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1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docProps/core.xml" ContentType="application/vnd.openxmlformats-package.core-properties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3.xml" ContentType="application/vnd.openxmlformats-officedocument.presentationml.notesSlide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docProps/custom.xml" ContentType="application/vnd.openxmlformats-officedocument.custom-properties+xml"/>
  <Override PartName="/ppt/slideLayouts/slideLayout8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Layouts/slideLayout22.xml" ContentType="application/vnd.openxmlformats-officedocument.presentationml.slideLayout+xml"/>
  <Override PartName="/ppt/slides/slide2.xml" ContentType="application/vnd.openxmlformats-officedocument.presentationml.slide+xml"/>
  <Override PartName="/ppt/slideLayouts/slideLayout23.xml" ContentType="application/vnd.openxmlformats-officedocument.presentationml.slideLayout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24.xml" ContentType="application/vnd.openxmlformats-officedocument.presentationml.slideLayout+xml"/>
  <Override PartName="/ppt/notesSlides/notesSlide6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  <p:sldMasterId id="2147483661" r:id="rId2"/>
  </p:sldMasterIdLst>
  <p:notesMasterIdLst>
    <p:notesMasterId r:id="rId21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0" d="6"/>
          <a:sy n="0" d="2"/>
        </p:scale>
        <p:origin x="1075843520" y="0"/>
      </p:cViewPr>
      <p:guideLst>
        <p:guide pos="3840"/>
        <p:guide pos="2160" orient="horz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theme" Target="theme/theme1.xml"/><Relationship Id="rId4" Type="http://schemas.openxmlformats.org/officeDocument/2006/relationships/theme" Target="theme/theme2.xml"/><Relationship Id="rId5" Type="http://schemas.openxmlformats.org/officeDocument/2006/relationships/theme" Target="theme/theme3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 /><Relationship Id="rId23" Type="http://schemas.openxmlformats.org/officeDocument/2006/relationships/tableStyles" Target="tableStyles.xml" /><Relationship Id="rId24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280881" name="PlaceHolder 1"/>
          <p:cNvSpPr>
            <a:spLocks noGrp="1"/>
          </p:cNvSpPr>
          <p:nvPr>
            <p:ph type="sldImg"/>
          </p:nvPr>
        </p:nvSpPr>
        <p:spPr bwMode="auto"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move the slide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9477496" name="PlaceHolder 2"/>
          <p:cNvSpPr>
            <a:spLocks noGrp="1"/>
          </p:cNvSpPr>
          <p:nvPr>
            <p:ph type="body"/>
          </p:nvPr>
        </p:nvSpPr>
        <p:spPr bwMode="auto">
          <a:xfrm>
            <a:off x="756000" y="5078520"/>
            <a:ext cx="6047640" cy="481103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r>
              <a:rPr lang="en-US" sz="2000" b="0" strike="noStrike" spc="-1">
                <a:latin typeface="Arial"/>
              </a:rPr>
              <a:t>Click to edit the notes format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1199700992" name="PlaceHolder 3"/>
          <p:cNvSpPr>
            <a:spLocks noGrp="1"/>
          </p:cNvSpPr>
          <p:nvPr>
            <p:ph type="hdr"/>
          </p:nvPr>
        </p:nvSpPr>
        <p:spPr bwMode="auto"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r>
              <a:rPr lang="en-US" sz="1400" b="0" strike="noStrike" spc="-1">
                <a:latin typeface="Times New Roman"/>
              </a:rPr>
              <a:t>&lt;header&gt;</a:t>
            </a:r>
            <a:endParaRPr lang="en-US" sz="1400" b="0" strike="noStrike" spc="-1">
              <a:latin typeface="Times New Roman"/>
            </a:endParaRPr>
          </a:p>
        </p:txBody>
      </p:sp>
      <p:sp>
        <p:nvSpPr>
          <p:cNvPr id="1439074336" name="PlaceHolder 4"/>
          <p:cNvSpPr>
            <a:spLocks noGrp="1"/>
          </p:cNvSpPr>
          <p:nvPr>
            <p:ph type="dt" idx="7"/>
          </p:nvPr>
        </p:nvSpPr>
        <p:spPr bwMode="auto"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r">
              <a:buNone/>
              <a:defRPr/>
            </a:pPr>
            <a:r>
              <a:rPr lang="en-US" sz="1400" b="0" strike="noStrike" spc="-1">
                <a:latin typeface="Times New Roman"/>
              </a:rPr>
              <a:t>&lt;date/time&gt;</a:t>
            </a:r>
            <a:endParaRPr lang="en-US" sz="1400" b="0" strike="noStrike" spc="-1">
              <a:latin typeface="Times New Roman"/>
            </a:endParaRPr>
          </a:p>
        </p:txBody>
      </p:sp>
      <p:sp>
        <p:nvSpPr>
          <p:cNvPr id="362615599" name="PlaceHolder 5"/>
          <p:cNvSpPr>
            <a:spLocks noGrp="1"/>
          </p:cNvSpPr>
          <p:nvPr>
            <p:ph type="ftr" idx="8"/>
          </p:nvPr>
        </p:nvSpPr>
        <p:spPr bwMode="auto"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pPr>
              <a:defRPr/>
            </a:pPr>
            <a:r>
              <a:rPr lang="en-US" sz="1400" b="0" strike="noStrike" spc="-1">
                <a:latin typeface="Times New Roman"/>
              </a:rPr>
              <a:t>&lt;footer&gt;</a:t>
            </a:r>
            <a:endParaRPr lang="en-US" sz="1400" b="0" strike="noStrike" spc="-1">
              <a:latin typeface="Times New Roman"/>
            </a:endParaRPr>
          </a:p>
        </p:txBody>
      </p:sp>
      <p:sp>
        <p:nvSpPr>
          <p:cNvPr id="1156362376" name="PlaceHolder 6"/>
          <p:cNvSpPr>
            <a:spLocks noGrp="1"/>
          </p:cNvSpPr>
          <p:nvPr>
            <p:ph type="sldNum" idx="9"/>
          </p:nvPr>
        </p:nvSpPr>
        <p:spPr bwMode="auto"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r">
              <a:buNone/>
              <a:defRPr/>
            </a:pPr>
            <a:fld id="{0FBB695B-7626-41C3-9526-EEBA3E3F8EB1}" type="slidenum">
              <a:rPr lang="en-US" sz="1400" b="0" strike="noStrike" spc="-1">
                <a:latin typeface="Times New Roman"/>
              </a:rPr>
              <a:t>&lt;number&gt;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7686849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6039" cy="3085920"/>
          </a:xfrm>
          <a:prstGeom prst="rect">
            <a:avLst/>
          </a:prstGeom>
          <a:ln w="0">
            <a:noFill/>
          </a:ln>
        </p:spPr>
      </p:sp>
      <p:sp>
        <p:nvSpPr>
          <p:cNvPr id="1692402069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defRPr/>
            </a:pPr>
            <a:endParaRPr lang="en-US" sz="2000" b="0" strike="noStrike" spc="-1">
              <a:latin typeface="Arial"/>
            </a:endParaRPr>
          </a:p>
        </p:txBody>
      </p:sp>
      <p:sp>
        <p:nvSpPr>
          <p:cNvPr id="321264960" name="PlaceHolder 3"/>
          <p:cNvSpPr>
            <a:spLocks noGrp="1"/>
          </p:cNvSpPr>
          <p:nvPr>
            <p:ph type="sldNum" idx="10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  <a:defRPr/>
            </a:pPr>
            <a:fld id="{F2B6118D-70A4-4872-9A02-0BB2AB3A40D3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7895347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6039" cy="3085920"/>
          </a:xfrm>
          <a:prstGeom prst="rect">
            <a:avLst/>
          </a:prstGeom>
          <a:ln w="0">
            <a:noFill/>
          </a:ln>
        </p:spPr>
      </p:sp>
      <p:sp>
        <p:nvSpPr>
          <p:cNvPr id="1684771645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defRPr/>
            </a:pPr>
            <a:endParaRPr lang="en-US" sz="2000" b="0" strike="noStrike" spc="-1">
              <a:latin typeface="Arial"/>
            </a:endParaRPr>
          </a:p>
        </p:txBody>
      </p:sp>
      <p:sp>
        <p:nvSpPr>
          <p:cNvPr id="1933950371" name="PlaceHolder 3"/>
          <p:cNvSpPr>
            <a:spLocks noGrp="1"/>
          </p:cNvSpPr>
          <p:nvPr>
            <p:ph type="sldNum" idx="13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>
              <a:defRPr lang="en-US" sz="2400" b="0" strike="noStrike" spc="-1">
                <a:latin typeface="Times New Roman"/>
              </a:defRPr>
            </a:lvl1pPr>
          </a:lstStyle>
          <a:p>
            <a:pPr>
              <a:defRPr/>
            </a:pPr>
            <a:endParaRPr lang="en-US" sz="24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046378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6039" cy="3085920"/>
          </a:xfrm>
          <a:prstGeom prst="rect">
            <a:avLst/>
          </a:prstGeom>
          <a:ln w="0">
            <a:noFill/>
          </a:ln>
        </p:spPr>
      </p:sp>
      <p:sp>
        <p:nvSpPr>
          <p:cNvPr id="1934516062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defRPr/>
            </a:pPr>
            <a:endParaRPr lang="en-US" sz="2000" b="0" strike="noStrike" spc="-1">
              <a:latin typeface="Arial"/>
            </a:endParaRPr>
          </a:p>
        </p:txBody>
      </p:sp>
      <p:sp>
        <p:nvSpPr>
          <p:cNvPr id="1375447031" name="PlaceHolder 3"/>
          <p:cNvSpPr>
            <a:spLocks noGrp="1"/>
          </p:cNvSpPr>
          <p:nvPr>
            <p:ph type="sldNum" idx="14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>
              <a:defRPr lang="en-US" sz="2400" b="0" strike="noStrike" spc="-1">
                <a:latin typeface="Times New Roman"/>
              </a:defRPr>
            </a:lvl1pPr>
          </a:lstStyle>
          <a:p>
            <a:pPr>
              <a:defRPr/>
            </a:pPr>
            <a:endParaRPr lang="en-US" sz="24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5172109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6039" cy="3085920"/>
          </a:xfrm>
          <a:prstGeom prst="rect">
            <a:avLst/>
          </a:prstGeom>
          <a:ln w="0">
            <a:noFill/>
          </a:ln>
        </p:spPr>
      </p:sp>
      <p:sp>
        <p:nvSpPr>
          <p:cNvPr id="1426841363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defRPr/>
            </a:pPr>
            <a:endParaRPr lang="en-US" sz="2000" b="0" strike="noStrike" spc="-1">
              <a:latin typeface="Arial"/>
            </a:endParaRPr>
          </a:p>
        </p:txBody>
      </p:sp>
      <p:sp>
        <p:nvSpPr>
          <p:cNvPr id="45520439" name="PlaceHolder 3"/>
          <p:cNvSpPr>
            <a:spLocks noGrp="1"/>
          </p:cNvSpPr>
          <p:nvPr>
            <p:ph type="sldNum" idx="15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>
              <a:defRPr lang="en-US" sz="2400" b="0" strike="noStrike" spc="-1">
                <a:latin typeface="Times New Roman"/>
              </a:defRPr>
            </a:lvl1pPr>
          </a:lstStyle>
          <a:p>
            <a:pPr>
              <a:defRPr/>
            </a:pPr>
            <a:endParaRPr lang="en-US" sz="24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90282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6039" cy="3085920"/>
          </a:xfrm>
          <a:prstGeom prst="rect">
            <a:avLst/>
          </a:prstGeom>
          <a:ln w="0">
            <a:noFill/>
          </a:ln>
        </p:spPr>
      </p:sp>
      <p:sp>
        <p:nvSpPr>
          <p:cNvPr id="861207066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defRPr/>
            </a:pPr>
            <a:endParaRPr lang="en-US" sz="2000" b="0" strike="noStrike" spc="-1">
              <a:latin typeface="Arial"/>
            </a:endParaRPr>
          </a:p>
        </p:txBody>
      </p:sp>
      <p:sp>
        <p:nvSpPr>
          <p:cNvPr id="1495022648" name="PlaceHolder 3"/>
          <p:cNvSpPr>
            <a:spLocks noGrp="1"/>
          </p:cNvSpPr>
          <p:nvPr>
            <p:ph type="sldNum" idx="16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>
              <a:defRPr lang="en-US" sz="2400" b="0" strike="noStrike" spc="-1">
                <a:latin typeface="Times New Roman"/>
              </a:defRPr>
            </a:lvl1pPr>
          </a:lstStyle>
          <a:p>
            <a:pPr>
              <a:defRPr/>
            </a:pPr>
            <a:endParaRPr lang="en-US" sz="24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0590473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6039" cy="3085920"/>
          </a:xfrm>
          <a:prstGeom prst="rect">
            <a:avLst/>
          </a:prstGeom>
          <a:ln w="0">
            <a:noFill/>
          </a:ln>
        </p:spPr>
      </p:sp>
      <p:sp>
        <p:nvSpPr>
          <p:cNvPr id="1341807656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defRPr/>
            </a:pPr>
            <a:endParaRPr lang="en-US" sz="2000" b="0" strike="noStrike" spc="-1">
              <a:latin typeface="Arial"/>
            </a:endParaRPr>
          </a:p>
        </p:txBody>
      </p:sp>
      <p:sp>
        <p:nvSpPr>
          <p:cNvPr id="165977698" name="PlaceHolder 3"/>
          <p:cNvSpPr>
            <a:spLocks noGrp="1"/>
          </p:cNvSpPr>
          <p:nvPr>
            <p:ph type="sldNum" idx="17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>
              <a:defRPr lang="en-US" sz="2400" b="0" strike="noStrike" spc="-1">
                <a:latin typeface="Times New Roman"/>
              </a:defRPr>
            </a:lvl1pPr>
          </a:lstStyle>
          <a:p>
            <a:pPr>
              <a:defRPr/>
            </a:pPr>
            <a:endParaRPr lang="en-US" sz="24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1650350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6039" cy="3085920"/>
          </a:xfrm>
          <a:prstGeom prst="rect">
            <a:avLst/>
          </a:prstGeom>
          <a:ln w="0">
            <a:noFill/>
          </a:ln>
        </p:spPr>
      </p:sp>
      <p:sp>
        <p:nvSpPr>
          <p:cNvPr id="1151723331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defRPr/>
            </a:pPr>
            <a:endParaRPr lang="en-US" sz="2000" b="0" strike="noStrike" spc="-1">
              <a:latin typeface="Arial"/>
            </a:endParaRPr>
          </a:p>
        </p:txBody>
      </p:sp>
      <p:sp>
        <p:nvSpPr>
          <p:cNvPr id="705598530" name="PlaceHolder 3"/>
          <p:cNvSpPr>
            <a:spLocks noGrp="1"/>
          </p:cNvSpPr>
          <p:nvPr>
            <p:ph type="sldNum" idx="18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>
              <a:defRPr lang="en-US" sz="2400" b="0" strike="noStrike" spc="-1">
                <a:latin typeface="Times New Roman"/>
              </a:defRPr>
            </a:lvl1pPr>
          </a:lstStyle>
          <a:p>
            <a:pPr>
              <a:defRPr/>
            </a:pPr>
            <a:endParaRPr lang="en-US" sz="24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773792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6039" cy="3085920"/>
          </a:xfrm>
          <a:prstGeom prst="rect">
            <a:avLst/>
          </a:prstGeom>
          <a:ln w="0">
            <a:noFill/>
          </a:ln>
        </p:spPr>
      </p:sp>
      <p:sp>
        <p:nvSpPr>
          <p:cNvPr id="1761785119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defRPr/>
            </a:pPr>
            <a:endParaRPr lang="en-US" sz="2000" b="0" strike="noStrike" spc="-1">
              <a:latin typeface="Arial"/>
            </a:endParaRPr>
          </a:p>
        </p:txBody>
      </p:sp>
      <p:sp>
        <p:nvSpPr>
          <p:cNvPr id="1225972455" name="PlaceHolder 3"/>
          <p:cNvSpPr>
            <a:spLocks noGrp="1"/>
          </p:cNvSpPr>
          <p:nvPr>
            <p:ph type="sldNum" idx="19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>
              <a:defRPr lang="en-US" sz="2400" b="0" strike="noStrike" spc="-1">
                <a:latin typeface="Times New Roman"/>
              </a:defRPr>
            </a:lvl1pPr>
          </a:lstStyle>
          <a:p>
            <a:pPr>
              <a:defRPr/>
            </a:pPr>
            <a:endParaRPr lang="en-US" sz="24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3600273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6039" cy="3085920"/>
          </a:xfrm>
          <a:prstGeom prst="rect">
            <a:avLst/>
          </a:prstGeom>
          <a:ln w="0">
            <a:noFill/>
          </a:ln>
        </p:spPr>
      </p:sp>
      <p:sp>
        <p:nvSpPr>
          <p:cNvPr id="454043642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defRPr/>
            </a:pPr>
            <a:endParaRPr lang="en-US" sz="2000" b="0" strike="noStrike" spc="-1">
              <a:latin typeface="Arial"/>
            </a:endParaRPr>
          </a:p>
        </p:txBody>
      </p:sp>
      <p:sp>
        <p:nvSpPr>
          <p:cNvPr id="1956035711" name="PlaceHolder 3"/>
          <p:cNvSpPr>
            <a:spLocks noGrp="1"/>
          </p:cNvSpPr>
          <p:nvPr>
            <p:ph type="sldNum" idx="20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>
              <a:defRPr lang="en-US" sz="2400" b="0" strike="noStrike" spc="-1">
                <a:latin typeface="Times New Roman"/>
              </a:defRPr>
            </a:lvl1pPr>
          </a:lstStyle>
          <a:p>
            <a:pPr>
              <a:defRPr/>
            </a:pPr>
            <a:endParaRPr lang="en-US" sz="24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695097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6039" cy="3085920"/>
          </a:xfrm>
          <a:prstGeom prst="rect">
            <a:avLst/>
          </a:prstGeom>
          <a:ln w="0">
            <a:noFill/>
          </a:ln>
        </p:spPr>
      </p:sp>
      <p:sp>
        <p:nvSpPr>
          <p:cNvPr id="408009549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defRPr/>
            </a:pPr>
            <a:endParaRPr lang="en-US" sz="2000" b="0" strike="noStrike" spc="-1">
              <a:latin typeface="Arial"/>
            </a:endParaRPr>
          </a:p>
        </p:txBody>
      </p:sp>
      <p:sp>
        <p:nvSpPr>
          <p:cNvPr id="1417964831" name="PlaceHolder 3"/>
          <p:cNvSpPr>
            <a:spLocks noGrp="1"/>
          </p:cNvSpPr>
          <p:nvPr>
            <p:ph type="sldNum" idx="21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>
              <a:defRPr lang="en-US" sz="2400" b="0" strike="noStrike" spc="-1">
                <a:latin typeface="Times New Roman"/>
              </a:defRPr>
            </a:lvl1pPr>
          </a:lstStyle>
          <a:p>
            <a:pPr>
              <a:defRPr/>
            </a:pPr>
            <a:endParaRPr lang="en-US" sz="24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5538400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6039" cy="3085920"/>
          </a:xfrm>
          <a:prstGeom prst="rect">
            <a:avLst/>
          </a:prstGeom>
          <a:ln w="0">
            <a:noFill/>
          </a:ln>
        </p:spPr>
      </p:sp>
      <p:sp>
        <p:nvSpPr>
          <p:cNvPr id="754479991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defRPr/>
            </a:pPr>
            <a:endParaRPr lang="en-US" sz="2000" b="0" strike="noStrike" spc="-1">
              <a:latin typeface="Arial"/>
            </a:endParaRPr>
          </a:p>
        </p:txBody>
      </p:sp>
      <p:sp>
        <p:nvSpPr>
          <p:cNvPr id="1988434640" name="PlaceHolder 3"/>
          <p:cNvSpPr>
            <a:spLocks noGrp="1"/>
          </p:cNvSpPr>
          <p:nvPr>
            <p:ph type="sldNum" idx="22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>
              <a:defRPr lang="en-US" sz="2400" b="0" strike="noStrike" spc="-1">
                <a:latin typeface="Times New Roman"/>
              </a:defRPr>
            </a:lvl1pPr>
          </a:lstStyle>
          <a:p>
            <a:pPr>
              <a:defRPr/>
            </a:pPr>
            <a:endParaRPr lang="en-US" sz="24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06729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542211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06517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F0FD07D-8AFD-7B75-C366-376C55A6CC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57078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34124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09548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933A92E-AEE3-6237-C8BB-D24639A1EB1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6429586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6038" cy="3085920"/>
          </a:xfrm>
          <a:prstGeom prst="rect">
            <a:avLst/>
          </a:prstGeom>
          <a:ln w="0">
            <a:noFill/>
          </a:ln>
        </p:spPr>
      </p:sp>
      <p:sp>
        <p:nvSpPr>
          <p:cNvPr id="495928784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8" cy="36003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defRPr/>
            </a:pPr>
            <a:endParaRPr lang="en-US" sz="2000" b="0" strike="noStrike" spc="0">
              <a:latin typeface="Arial"/>
            </a:endParaRPr>
          </a:p>
        </p:txBody>
      </p:sp>
      <p:sp>
        <p:nvSpPr>
          <p:cNvPr id="1969638430" name="PlaceHolder 3"/>
          <p:cNvSpPr>
            <a:spLocks noGrp="1"/>
          </p:cNvSpPr>
          <p:nvPr>
            <p:ph type="sldNum" idx="11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08CD4722-5B63-8D66-176F-B38FEC57447F}" type="slidenum">
              <a:rPr lang="en-US" sz="1200" b="0" strike="noStrike" spc="0">
                <a:solidFill>
                  <a:srgbClr val="000000"/>
                </a:solidFill>
                <a:latin typeface="Arial"/>
                <a:ea typeface="DejaVu Sans"/>
              </a:rPr>
              <a:t>&lt;number&gt;</a:t>
            </a:fld>
            <a:endParaRPr lang="en-US" sz="1200" b="0" strike="noStrike" spc="0"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462861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6039" cy="3085920"/>
          </a:xfrm>
          <a:prstGeom prst="rect">
            <a:avLst/>
          </a:prstGeom>
          <a:ln w="0">
            <a:noFill/>
          </a:ln>
        </p:spPr>
      </p:sp>
      <p:sp>
        <p:nvSpPr>
          <p:cNvPr id="1127738174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defRPr/>
            </a:pPr>
            <a:endParaRPr lang="en-US" sz="2000" b="0" strike="noStrike" spc="-1">
              <a:latin typeface="Arial"/>
            </a:endParaRPr>
          </a:p>
        </p:txBody>
      </p:sp>
      <p:sp>
        <p:nvSpPr>
          <p:cNvPr id="435743635" name="PlaceHolder 3"/>
          <p:cNvSpPr>
            <a:spLocks noGrp="1"/>
          </p:cNvSpPr>
          <p:nvPr>
            <p:ph type="sldNum" idx="12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  <a:defRPr/>
            </a:pPr>
            <a:fld id="{E2A20063-CAF3-440E-8EE5-1D426A3F3B20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6405710" name="PlaceHolder 1"/>
          <p:cNvSpPr>
            <a:spLocks noGrp="1"/>
          </p:cNvSpPr>
          <p:nvPr>
            <p:ph type="ftr" idx="2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74420806" name="PlaceHolder 2"/>
          <p:cNvSpPr>
            <a:spLocks noGrp="1"/>
          </p:cNvSpPr>
          <p:nvPr>
            <p:ph type="sldNum" idx="3"/>
          </p:nvPr>
        </p:nvSpPr>
        <p:spPr bwMode="auto"/>
        <p:txBody>
          <a:bodyPr/>
          <a:p>
            <a:pPr>
              <a:defRPr/>
            </a:pPr>
            <a:fld id="{41C3F14E-DC81-4DAE-A4A8-08855166B5F9}" type="slidenum">
              <a:rPr/>
              <a:t>&lt;#&gt;</a:t>
            </a:fld>
            <a:endParaRPr/>
          </a:p>
        </p:txBody>
      </p:sp>
      <p:sp>
        <p:nvSpPr>
          <p:cNvPr id="779737805" name="PlaceHolder 3"/>
          <p:cNvSpPr>
            <a:spLocks noGrp="1"/>
          </p:cNvSpPr>
          <p:nvPr>
            <p:ph type="dt" idx="1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x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1924538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1912518" name="PlaceHolder 2"/>
          <p:cNvSpPr>
            <a:spLocks noGrp="1"/>
          </p:cNvSpPr>
          <p:nvPr>
            <p:ph type="subTitle"/>
          </p:nvPr>
        </p:nvSpPr>
        <p:spPr bwMode="auto"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1804128548" name="PlaceHolder 3"/>
          <p:cNvSpPr>
            <a:spLocks noGrp="1"/>
          </p:cNvSpPr>
          <p:nvPr>
            <p:ph type="ftr" idx="2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348118408" name="PlaceHolder 4"/>
          <p:cNvSpPr>
            <a:spLocks noGrp="1"/>
          </p:cNvSpPr>
          <p:nvPr>
            <p:ph type="sldNum" idx="3"/>
          </p:nvPr>
        </p:nvSpPr>
        <p:spPr bwMode="auto"/>
        <p:txBody>
          <a:bodyPr/>
          <a:p>
            <a:pPr>
              <a:defRPr/>
            </a:pPr>
            <a:fld id="{56B18D79-DFAE-4930-BD0F-33E8D937C421}" type="slidenum">
              <a:rPr/>
              <a:t>&lt;#&gt;</a:t>
            </a:fld>
            <a:endParaRPr/>
          </a:p>
        </p:txBody>
      </p:sp>
      <p:sp>
        <p:nvSpPr>
          <p:cNvPr id="1918533528" name="PlaceHolder 5"/>
          <p:cNvSpPr>
            <a:spLocks noGrp="1"/>
          </p:cNvSpPr>
          <p:nvPr>
            <p:ph type="dt" idx="1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,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638518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5912720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5831821" name="PlaceHolder 3"/>
          <p:cNvSpPr>
            <a:spLocks noGrp="1"/>
          </p:cNvSpPr>
          <p:nvPr>
            <p:ph type="ftr" idx="2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358312622" name="PlaceHolder 4"/>
          <p:cNvSpPr>
            <a:spLocks noGrp="1"/>
          </p:cNvSpPr>
          <p:nvPr>
            <p:ph type="sldNum" idx="3"/>
          </p:nvPr>
        </p:nvSpPr>
        <p:spPr bwMode="auto"/>
        <p:txBody>
          <a:bodyPr/>
          <a:p>
            <a:pPr>
              <a:defRPr/>
            </a:pPr>
            <a:fld id="{3BB4923F-0655-4F33-863F-EC9305611D99}" type="slidenum">
              <a:rPr/>
              <a:t>&lt;#&gt;</a:t>
            </a:fld>
            <a:endParaRPr/>
          </a:p>
        </p:txBody>
      </p:sp>
      <p:sp>
        <p:nvSpPr>
          <p:cNvPr id="1697477287" name="PlaceHolder 5"/>
          <p:cNvSpPr>
            <a:spLocks noGrp="1"/>
          </p:cNvSpPr>
          <p:nvPr>
            <p:ph type="dt" idx="1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itle,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8990737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618332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1051974" name="PlaceHolder 3"/>
          <p:cNvSpPr>
            <a:spLocks noGrp="1"/>
          </p:cNvSpPr>
          <p:nvPr>
            <p:ph/>
          </p:nvPr>
        </p:nvSpPr>
        <p:spPr bwMode="auto"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491390" name="PlaceHolder 4"/>
          <p:cNvSpPr>
            <a:spLocks noGrp="1"/>
          </p:cNvSpPr>
          <p:nvPr>
            <p:ph type="ftr" idx="2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706363097" name="PlaceHolder 5"/>
          <p:cNvSpPr>
            <a:spLocks noGrp="1"/>
          </p:cNvSpPr>
          <p:nvPr>
            <p:ph type="sldNum" idx="3"/>
          </p:nvPr>
        </p:nvSpPr>
        <p:spPr bwMode="auto"/>
        <p:txBody>
          <a:bodyPr/>
          <a:p>
            <a:pPr>
              <a:defRPr/>
            </a:pPr>
            <a:fld id="{722493E5-D4B8-434A-B79D-89D5611CC746}" type="slidenum">
              <a:rPr/>
              <a:t>&lt;#&gt;</a:t>
            </a:fld>
            <a:endParaRPr/>
          </a:p>
        </p:txBody>
      </p:sp>
      <p:sp>
        <p:nvSpPr>
          <p:cNvPr id="1251672803" name="PlaceHolder 6"/>
          <p:cNvSpPr>
            <a:spLocks noGrp="1"/>
          </p:cNvSpPr>
          <p:nvPr>
            <p:ph type="dt" idx="1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3271045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8535510" name="PlaceHolder 2"/>
          <p:cNvSpPr>
            <a:spLocks noGrp="1"/>
          </p:cNvSpPr>
          <p:nvPr>
            <p:ph type="ftr" idx="2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602237319" name="PlaceHolder 3"/>
          <p:cNvSpPr>
            <a:spLocks noGrp="1"/>
          </p:cNvSpPr>
          <p:nvPr>
            <p:ph type="sldNum" idx="3"/>
          </p:nvPr>
        </p:nvSpPr>
        <p:spPr bwMode="auto"/>
        <p:txBody>
          <a:bodyPr/>
          <a:p>
            <a:pPr>
              <a:defRPr/>
            </a:pPr>
            <a:fld id="{6401A4D5-2A7A-423D-B9E8-B753E564B690}" type="slidenum">
              <a:rPr/>
              <a:t>&lt;#&gt;</a:t>
            </a:fld>
            <a:endParaRPr/>
          </a:p>
        </p:txBody>
      </p:sp>
      <p:sp>
        <p:nvSpPr>
          <p:cNvPr id="236989047" name="PlaceHolder 4"/>
          <p:cNvSpPr>
            <a:spLocks noGrp="1"/>
          </p:cNvSpPr>
          <p:nvPr>
            <p:ph type="dt" idx="1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Only" userDrawn="1">
  <p:cSld name="Centere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230283" name="PlaceHolder 1"/>
          <p:cNvSpPr>
            <a:spLocks noGrp="1"/>
          </p:cNvSpPr>
          <p:nvPr>
            <p:ph type="subTitle"/>
          </p:nvPr>
        </p:nvSpPr>
        <p:spPr bwMode="auto">
          <a:xfrm>
            <a:off x="838080" y="36504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686415649" name="PlaceHolder 2"/>
          <p:cNvSpPr>
            <a:spLocks noGrp="1"/>
          </p:cNvSpPr>
          <p:nvPr>
            <p:ph type="ftr" idx="2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251057330" name="PlaceHolder 3"/>
          <p:cNvSpPr>
            <a:spLocks noGrp="1"/>
          </p:cNvSpPr>
          <p:nvPr>
            <p:ph type="sldNum" idx="3"/>
          </p:nvPr>
        </p:nvSpPr>
        <p:spPr bwMode="auto"/>
        <p:txBody>
          <a:bodyPr/>
          <a:p>
            <a:pPr>
              <a:defRPr/>
            </a:pPr>
            <a:fld id="{545C5D86-81D2-4DDA-8DF3-A3F15A54665F}" type="slidenum">
              <a:rPr/>
              <a:t>&lt;#&gt;</a:t>
            </a:fld>
            <a:endParaRPr/>
          </a:p>
        </p:txBody>
      </p:sp>
      <p:sp>
        <p:nvSpPr>
          <p:cNvPr id="1863589041" name="PlaceHolder 4"/>
          <p:cNvSpPr>
            <a:spLocks noGrp="1"/>
          </p:cNvSpPr>
          <p:nvPr>
            <p:ph type="dt" idx="1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AndObj" userDrawn="1">
  <p:cSld name="Title, 2 Content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8721642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1944594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376301" name="PlaceHolder 3"/>
          <p:cNvSpPr>
            <a:spLocks noGrp="1"/>
          </p:cNvSpPr>
          <p:nvPr>
            <p:ph/>
          </p:nvPr>
        </p:nvSpPr>
        <p:spPr bwMode="auto"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2853786" name="PlaceHolder 4"/>
          <p:cNvSpPr>
            <a:spLocks noGrp="1"/>
          </p:cNvSpPr>
          <p:nvPr>
            <p:ph/>
          </p:nvPr>
        </p:nvSpPr>
        <p:spPr bwMode="auto"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738508" name="PlaceHolder 5"/>
          <p:cNvSpPr>
            <a:spLocks noGrp="1"/>
          </p:cNvSpPr>
          <p:nvPr>
            <p:ph type="ftr" idx="2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2122213123" name="PlaceHolder 6"/>
          <p:cNvSpPr>
            <a:spLocks noGrp="1"/>
          </p:cNvSpPr>
          <p:nvPr>
            <p:ph type="sldNum" idx="3"/>
          </p:nvPr>
        </p:nvSpPr>
        <p:spPr bwMode="auto"/>
        <p:txBody>
          <a:bodyPr/>
          <a:p>
            <a:pPr>
              <a:defRPr/>
            </a:pPr>
            <a:fld id="{F3E123F6-70FB-4E98-9D5B-C4C561174A6F}" type="slidenum">
              <a:rPr/>
              <a:t>&lt;#&gt;</a:t>
            </a:fld>
            <a:endParaRPr/>
          </a:p>
        </p:txBody>
      </p:sp>
      <p:sp>
        <p:nvSpPr>
          <p:cNvPr id="1401250501" name="PlaceHolder 7"/>
          <p:cNvSpPr>
            <a:spLocks noGrp="1"/>
          </p:cNvSpPr>
          <p:nvPr>
            <p:ph type="dt" idx="1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AndTwoObj" userDrawn="1">
  <p:cSld name="Title Content and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8207750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9501818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3535519" name="PlaceHolder 3"/>
          <p:cNvSpPr>
            <a:spLocks noGrp="1"/>
          </p:cNvSpPr>
          <p:nvPr>
            <p:ph/>
          </p:nvPr>
        </p:nvSpPr>
        <p:spPr bwMode="auto"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5025082" name="PlaceHolder 4"/>
          <p:cNvSpPr>
            <a:spLocks noGrp="1"/>
          </p:cNvSpPr>
          <p:nvPr>
            <p:ph/>
          </p:nvPr>
        </p:nvSpPr>
        <p:spPr bwMode="auto"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7718681" name="PlaceHolder 5"/>
          <p:cNvSpPr>
            <a:spLocks noGrp="1"/>
          </p:cNvSpPr>
          <p:nvPr>
            <p:ph type="ftr" idx="2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720568954" name="PlaceHolder 6"/>
          <p:cNvSpPr>
            <a:spLocks noGrp="1"/>
          </p:cNvSpPr>
          <p:nvPr>
            <p:ph type="sldNum" idx="3"/>
          </p:nvPr>
        </p:nvSpPr>
        <p:spPr bwMode="auto"/>
        <p:txBody>
          <a:bodyPr/>
          <a:p>
            <a:pPr>
              <a:defRPr/>
            </a:pPr>
            <a:fld id="{DAFFF478-B305-49AE-9577-64BB5A761CA4}" type="slidenum">
              <a:rPr/>
              <a:t>&lt;#&gt;</a:t>
            </a:fld>
            <a:endParaRPr/>
          </a:p>
        </p:txBody>
      </p:sp>
      <p:sp>
        <p:nvSpPr>
          <p:cNvPr id="1292081027" name="PlaceHolder 7"/>
          <p:cNvSpPr>
            <a:spLocks noGrp="1"/>
          </p:cNvSpPr>
          <p:nvPr>
            <p:ph type="dt" idx="1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OverTx" userDrawn="1">
  <p:cSld name="Title, 2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405492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1463885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7115200" name="PlaceHolder 3"/>
          <p:cNvSpPr>
            <a:spLocks noGrp="1"/>
          </p:cNvSpPr>
          <p:nvPr>
            <p:ph/>
          </p:nvPr>
        </p:nvSpPr>
        <p:spPr bwMode="auto"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3086335" name="PlaceHolder 4"/>
          <p:cNvSpPr>
            <a:spLocks noGrp="1"/>
          </p:cNvSpPr>
          <p:nvPr>
            <p:ph/>
          </p:nvPr>
        </p:nvSpPr>
        <p:spPr bwMode="auto"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7477469" name="PlaceHolder 5"/>
          <p:cNvSpPr>
            <a:spLocks noGrp="1"/>
          </p:cNvSpPr>
          <p:nvPr>
            <p:ph type="ftr" idx="2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837118319" name="PlaceHolder 6"/>
          <p:cNvSpPr>
            <a:spLocks noGrp="1"/>
          </p:cNvSpPr>
          <p:nvPr>
            <p:ph type="sldNum" idx="3"/>
          </p:nvPr>
        </p:nvSpPr>
        <p:spPr bwMode="auto"/>
        <p:txBody>
          <a:bodyPr/>
          <a:p>
            <a:pPr>
              <a:defRPr/>
            </a:pPr>
            <a:fld id="{76FDCC24-3435-4D13-B76A-048F8F3BC4C0}" type="slidenum">
              <a:rPr/>
              <a:t>&lt;#&gt;</a:t>
            </a:fld>
            <a:endParaRPr/>
          </a:p>
        </p:txBody>
      </p:sp>
      <p:sp>
        <p:nvSpPr>
          <p:cNvPr id="1854335951" name="PlaceHolder 7"/>
          <p:cNvSpPr>
            <a:spLocks noGrp="1"/>
          </p:cNvSpPr>
          <p:nvPr>
            <p:ph type="dt" idx="1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OverTx" userDrawn="1">
  <p:cSld name="Title,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3871544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8305663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4350512" name="PlaceHolder 3"/>
          <p:cNvSpPr>
            <a:spLocks noGrp="1"/>
          </p:cNvSpPr>
          <p:nvPr>
            <p:ph/>
          </p:nvPr>
        </p:nvSpPr>
        <p:spPr bwMode="auto"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5125702" name="PlaceHolder 4"/>
          <p:cNvSpPr>
            <a:spLocks noGrp="1"/>
          </p:cNvSpPr>
          <p:nvPr>
            <p:ph type="ftr" idx="2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166497327" name="PlaceHolder 5"/>
          <p:cNvSpPr>
            <a:spLocks noGrp="1"/>
          </p:cNvSpPr>
          <p:nvPr>
            <p:ph type="sldNum" idx="3"/>
          </p:nvPr>
        </p:nvSpPr>
        <p:spPr bwMode="auto"/>
        <p:txBody>
          <a:bodyPr/>
          <a:p>
            <a:pPr>
              <a:defRPr/>
            </a:pPr>
            <a:fld id="{F5456979-0EF9-4136-9F2E-79659830CB71}" type="slidenum">
              <a:rPr/>
              <a:t>&lt;#&gt;</a:t>
            </a:fld>
            <a:endParaRPr/>
          </a:p>
        </p:txBody>
      </p:sp>
      <p:sp>
        <p:nvSpPr>
          <p:cNvPr id="1407896355" name="PlaceHolder 6"/>
          <p:cNvSpPr>
            <a:spLocks noGrp="1"/>
          </p:cNvSpPr>
          <p:nvPr>
            <p:ph type="dt" idx="1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fourObj" userDrawn="1">
  <p:cSld name="Title, 4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5384610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174453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6672709" name="PlaceHolder 3"/>
          <p:cNvSpPr>
            <a:spLocks noGrp="1"/>
          </p:cNvSpPr>
          <p:nvPr>
            <p:ph/>
          </p:nvPr>
        </p:nvSpPr>
        <p:spPr bwMode="auto"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5835586" name="PlaceHolder 4"/>
          <p:cNvSpPr>
            <a:spLocks noGrp="1"/>
          </p:cNvSpPr>
          <p:nvPr>
            <p:ph/>
          </p:nvPr>
        </p:nvSpPr>
        <p:spPr bwMode="auto"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8060103" name="PlaceHolder 5"/>
          <p:cNvSpPr>
            <a:spLocks noGrp="1"/>
          </p:cNvSpPr>
          <p:nvPr>
            <p:ph/>
          </p:nvPr>
        </p:nvSpPr>
        <p:spPr bwMode="auto"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6246038" name="PlaceHolder 6"/>
          <p:cNvSpPr>
            <a:spLocks noGrp="1"/>
          </p:cNvSpPr>
          <p:nvPr>
            <p:ph type="ftr" idx="2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00510767" name="PlaceHolder 7"/>
          <p:cNvSpPr>
            <a:spLocks noGrp="1"/>
          </p:cNvSpPr>
          <p:nvPr>
            <p:ph type="sldNum" idx="3"/>
          </p:nvPr>
        </p:nvSpPr>
        <p:spPr bwMode="auto"/>
        <p:txBody>
          <a:bodyPr/>
          <a:p>
            <a:pPr>
              <a:defRPr/>
            </a:pPr>
            <a:fld id="{F935F9BB-C8E4-4D9A-AD44-A7F34E630065}" type="slidenum">
              <a:rPr/>
              <a:t>&lt;#&gt;</a:t>
            </a:fld>
            <a:endParaRPr/>
          </a:p>
        </p:txBody>
      </p:sp>
      <p:sp>
        <p:nvSpPr>
          <p:cNvPr id="1117385468" name="PlaceHolder 8"/>
          <p:cNvSpPr>
            <a:spLocks noGrp="1"/>
          </p:cNvSpPr>
          <p:nvPr>
            <p:ph type="dt" idx="1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Title, 6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6914995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071089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6026733" name="PlaceHolder 3"/>
          <p:cNvSpPr>
            <a:spLocks noGrp="1"/>
          </p:cNvSpPr>
          <p:nvPr>
            <p:ph/>
          </p:nvPr>
        </p:nvSpPr>
        <p:spPr bwMode="auto">
          <a:xfrm>
            <a:off x="439344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3003522" name="PlaceHolder 4"/>
          <p:cNvSpPr>
            <a:spLocks noGrp="1"/>
          </p:cNvSpPr>
          <p:nvPr>
            <p:ph/>
          </p:nvPr>
        </p:nvSpPr>
        <p:spPr bwMode="auto">
          <a:xfrm>
            <a:off x="794916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8294962" name="PlaceHolder 5"/>
          <p:cNvSpPr>
            <a:spLocks noGrp="1"/>
          </p:cNvSpPr>
          <p:nvPr>
            <p:ph/>
          </p:nvPr>
        </p:nvSpPr>
        <p:spPr bwMode="auto">
          <a:xfrm>
            <a:off x="83808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1118258" name="PlaceHolder 6"/>
          <p:cNvSpPr>
            <a:spLocks noGrp="1"/>
          </p:cNvSpPr>
          <p:nvPr>
            <p:ph/>
          </p:nvPr>
        </p:nvSpPr>
        <p:spPr bwMode="auto">
          <a:xfrm>
            <a:off x="439344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6341736" name="PlaceHolder 7"/>
          <p:cNvSpPr>
            <a:spLocks noGrp="1"/>
          </p:cNvSpPr>
          <p:nvPr>
            <p:ph/>
          </p:nvPr>
        </p:nvSpPr>
        <p:spPr bwMode="auto">
          <a:xfrm>
            <a:off x="794916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4489016" name="PlaceHolder 8"/>
          <p:cNvSpPr>
            <a:spLocks noGrp="1"/>
          </p:cNvSpPr>
          <p:nvPr>
            <p:ph type="ftr" idx="2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323794911" name="PlaceHolder 9"/>
          <p:cNvSpPr>
            <a:spLocks noGrp="1"/>
          </p:cNvSpPr>
          <p:nvPr>
            <p:ph type="sldNum" idx="3"/>
          </p:nvPr>
        </p:nvSpPr>
        <p:spPr bwMode="auto"/>
        <p:txBody>
          <a:bodyPr/>
          <a:p>
            <a:pPr>
              <a:defRPr/>
            </a:pPr>
            <a:fld id="{937AF5FB-0588-4ED8-98D1-B2601C48FC00}" type="slidenum">
              <a:rPr/>
              <a:t>&lt;#&gt;</a:t>
            </a:fld>
            <a:endParaRPr/>
          </a:p>
        </p:txBody>
      </p:sp>
      <p:sp>
        <p:nvSpPr>
          <p:cNvPr id="1170980623" name="PlaceHolder 10"/>
          <p:cNvSpPr>
            <a:spLocks noGrp="1"/>
          </p:cNvSpPr>
          <p:nvPr>
            <p:ph type="dt" idx="1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4581654" name="PlaceHolder 1"/>
          <p:cNvSpPr>
            <a:spLocks noGrp="1"/>
          </p:cNvSpPr>
          <p:nvPr>
            <p:ph type="ftr" idx="5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708700473" name="PlaceHolder 2"/>
          <p:cNvSpPr>
            <a:spLocks noGrp="1"/>
          </p:cNvSpPr>
          <p:nvPr>
            <p:ph type="sldNum" idx="6"/>
          </p:nvPr>
        </p:nvSpPr>
        <p:spPr bwMode="auto"/>
        <p:txBody>
          <a:bodyPr/>
          <a:p>
            <a:pPr>
              <a:defRPr/>
            </a:pPr>
            <a:fld id="{8D7118CB-CC43-4A7F-9505-1B6FF77E4BDD}" type="slidenum">
              <a:rPr/>
              <a:t>&lt;#&gt;</a:t>
            </a:fld>
            <a:endParaRPr/>
          </a:p>
        </p:txBody>
      </p:sp>
      <p:sp>
        <p:nvSpPr>
          <p:cNvPr id="2009735057" name="PlaceHolder 3"/>
          <p:cNvSpPr>
            <a:spLocks noGrp="1"/>
          </p:cNvSpPr>
          <p:nvPr>
            <p:ph type="dt" idx="4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x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0956063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9719938" name="PlaceHolder 2"/>
          <p:cNvSpPr>
            <a:spLocks noGrp="1"/>
          </p:cNvSpPr>
          <p:nvPr>
            <p:ph type="subTitle"/>
          </p:nvPr>
        </p:nvSpPr>
        <p:spPr bwMode="auto"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1378376510" name="PlaceHolder 3"/>
          <p:cNvSpPr>
            <a:spLocks noGrp="1"/>
          </p:cNvSpPr>
          <p:nvPr>
            <p:ph type="ftr" idx="5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2134276543" name="PlaceHolder 4"/>
          <p:cNvSpPr>
            <a:spLocks noGrp="1"/>
          </p:cNvSpPr>
          <p:nvPr>
            <p:ph type="sldNum" idx="6"/>
          </p:nvPr>
        </p:nvSpPr>
        <p:spPr bwMode="auto"/>
        <p:txBody>
          <a:bodyPr/>
          <a:p>
            <a:pPr>
              <a:defRPr/>
            </a:pPr>
            <a:fld id="{1BCC1DE1-3634-4978-9469-DAD603393F45}" type="slidenum">
              <a:rPr/>
              <a:t>&lt;#&gt;</a:t>
            </a:fld>
            <a:endParaRPr/>
          </a:p>
        </p:txBody>
      </p:sp>
      <p:sp>
        <p:nvSpPr>
          <p:cNvPr id="1097470274" name="PlaceHolder 5"/>
          <p:cNvSpPr>
            <a:spLocks noGrp="1"/>
          </p:cNvSpPr>
          <p:nvPr>
            <p:ph type="dt" idx="4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,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3846236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7796316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1196941" name="PlaceHolder 3"/>
          <p:cNvSpPr>
            <a:spLocks noGrp="1"/>
          </p:cNvSpPr>
          <p:nvPr>
            <p:ph type="ftr" idx="5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534655358" name="PlaceHolder 4"/>
          <p:cNvSpPr>
            <a:spLocks noGrp="1"/>
          </p:cNvSpPr>
          <p:nvPr>
            <p:ph type="sldNum" idx="6"/>
          </p:nvPr>
        </p:nvSpPr>
        <p:spPr bwMode="auto"/>
        <p:txBody>
          <a:bodyPr/>
          <a:p>
            <a:pPr>
              <a:defRPr/>
            </a:pPr>
            <a:fld id="{B8812A17-F490-4474-8CE9-FA38523D905D}" type="slidenum">
              <a:rPr/>
              <a:t>&lt;#&gt;</a:t>
            </a:fld>
            <a:endParaRPr/>
          </a:p>
        </p:txBody>
      </p:sp>
      <p:sp>
        <p:nvSpPr>
          <p:cNvPr id="308319262" name="PlaceHolder 5"/>
          <p:cNvSpPr>
            <a:spLocks noGrp="1"/>
          </p:cNvSpPr>
          <p:nvPr>
            <p:ph type="dt" idx="4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itle,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8517250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1629235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9263448" name="PlaceHolder 3"/>
          <p:cNvSpPr>
            <a:spLocks noGrp="1"/>
          </p:cNvSpPr>
          <p:nvPr>
            <p:ph/>
          </p:nvPr>
        </p:nvSpPr>
        <p:spPr bwMode="auto"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4184062" name="PlaceHolder 4"/>
          <p:cNvSpPr>
            <a:spLocks noGrp="1"/>
          </p:cNvSpPr>
          <p:nvPr>
            <p:ph type="ftr" idx="5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979200534" name="PlaceHolder 5"/>
          <p:cNvSpPr>
            <a:spLocks noGrp="1"/>
          </p:cNvSpPr>
          <p:nvPr>
            <p:ph type="sldNum" idx="6"/>
          </p:nvPr>
        </p:nvSpPr>
        <p:spPr bwMode="auto"/>
        <p:txBody>
          <a:bodyPr/>
          <a:p>
            <a:pPr>
              <a:defRPr/>
            </a:pPr>
            <a:fld id="{9BEDCB2B-D6E3-443D-807F-518D3C2C1BCE}" type="slidenum">
              <a:rPr/>
              <a:t>&lt;#&gt;</a:t>
            </a:fld>
            <a:endParaRPr/>
          </a:p>
        </p:txBody>
      </p:sp>
      <p:sp>
        <p:nvSpPr>
          <p:cNvPr id="1730388887" name="PlaceHolder 6"/>
          <p:cNvSpPr>
            <a:spLocks noGrp="1"/>
          </p:cNvSpPr>
          <p:nvPr>
            <p:ph type="dt" idx="4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8626172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579040" name="PlaceHolder 2"/>
          <p:cNvSpPr>
            <a:spLocks noGrp="1"/>
          </p:cNvSpPr>
          <p:nvPr>
            <p:ph type="ftr" idx="5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636738596" name="PlaceHolder 3"/>
          <p:cNvSpPr>
            <a:spLocks noGrp="1"/>
          </p:cNvSpPr>
          <p:nvPr>
            <p:ph type="sldNum" idx="6"/>
          </p:nvPr>
        </p:nvSpPr>
        <p:spPr bwMode="auto"/>
        <p:txBody>
          <a:bodyPr/>
          <a:p>
            <a:pPr>
              <a:defRPr/>
            </a:pPr>
            <a:fld id="{63C9BE9E-A5E7-40AB-B9F8-26E690E3AAC1}" type="slidenum">
              <a:rPr/>
              <a:t>&lt;#&gt;</a:t>
            </a:fld>
            <a:endParaRPr/>
          </a:p>
        </p:txBody>
      </p:sp>
      <p:sp>
        <p:nvSpPr>
          <p:cNvPr id="1162375638" name="PlaceHolder 4"/>
          <p:cNvSpPr>
            <a:spLocks noGrp="1"/>
          </p:cNvSpPr>
          <p:nvPr>
            <p:ph type="dt" idx="4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Only" userDrawn="1">
  <p:cSld name="Centere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3625745" name="PlaceHolder 1"/>
          <p:cNvSpPr>
            <a:spLocks noGrp="1"/>
          </p:cNvSpPr>
          <p:nvPr>
            <p:ph type="subTitle"/>
          </p:nvPr>
        </p:nvSpPr>
        <p:spPr bwMode="auto">
          <a:xfrm>
            <a:off x="838080" y="36504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1191465328" name="PlaceHolder 2"/>
          <p:cNvSpPr>
            <a:spLocks noGrp="1"/>
          </p:cNvSpPr>
          <p:nvPr>
            <p:ph type="ftr" idx="5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863537391" name="PlaceHolder 3"/>
          <p:cNvSpPr>
            <a:spLocks noGrp="1"/>
          </p:cNvSpPr>
          <p:nvPr>
            <p:ph type="sldNum" idx="6"/>
          </p:nvPr>
        </p:nvSpPr>
        <p:spPr bwMode="auto"/>
        <p:txBody>
          <a:bodyPr/>
          <a:p>
            <a:pPr>
              <a:defRPr/>
            </a:pPr>
            <a:fld id="{B8F440E9-8F39-45D2-9F6D-70BCFB2FF385}" type="slidenum">
              <a:rPr/>
              <a:t>&lt;#&gt;</a:t>
            </a:fld>
            <a:endParaRPr/>
          </a:p>
        </p:txBody>
      </p:sp>
      <p:sp>
        <p:nvSpPr>
          <p:cNvPr id="2143648755" name="PlaceHolder 4"/>
          <p:cNvSpPr>
            <a:spLocks noGrp="1"/>
          </p:cNvSpPr>
          <p:nvPr>
            <p:ph type="dt" idx="4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AndObj" userDrawn="1">
  <p:cSld name="Title, 2 Content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9849502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3523333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8774677" name="PlaceHolder 3"/>
          <p:cNvSpPr>
            <a:spLocks noGrp="1"/>
          </p:cNvSpPr>
          <p:nvPr>
            <p:ph/>
          </p:nvPr>
        </p:nvSpPr>
        <p:spPr bwMode="auto"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024556" name="PlaceHolder 4"/>
          <p:cNvSpPr>
            <a:spLocks noGrp="1"/>
          </p:cNvSpPr>
          <p:nvPr>
            <p:ph/>
          </p:nvPr>
        </p:nvSpPr>
        <p:spPr bwMode="auto"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909720" name="PlaceHolder 5"/>
          <p:cNvSpPr>
            <a:spLocks noGrp="1"/>
          </p:cNvSpPr>
          <p:nvPr>
            <p:ph type="ftr" idx="5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567998254" name="PlaceHolder 6"/>
          <p:cNvSpPr>
            <a:spLocks noGrp="1"/>
          </p:cNvSpPr>
          <p:nvPr>
            <p:ph type="sldNum" idx="6"/>
          </p:nvPr>
        </p:nvSpPr>
        <p:spPr bwMode="auto"/>
        <p:txBody>
          <a:bodyPr/>
          <a:p>
            <a:pPr>
              <a:defRPr/>
            </a:pPr>
            <a:fld id="{78803E07-2D1B-496F-AB79-0BBFD7123786}" type="slidenum">
              <a:rPr/>
              <a:t>&lt;#&gt;</a:t>
            </a:fld>
            <a:endParaRPr/>
          </a:p>
        </p:txBody>
      </p:sp>
      <p:sp>
        <p:nvSpPr>
          <p:cNvPr id="817984216" name="PlaceHolder 7"/>
          <p:cNvSpPr>
            <a:spLocks noGrp="1"/>
          </p:cNvSpPr>
          <p:nvPr>
            <p:ph type="dt" idx="4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AndTwoObj" userDrawn="1">
  <p:cSld name="Title Content and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1133249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3369731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618264" name="PlaceHolder 3"/>
          <p:cNvSpPr>
            <a:spLocks noGrp="1"/>
          </p:cNvSpPr>
          <p:nvPr>
            <p:ph/>
          </p:nvPr>
        </p:nvSpPr>
        <p:spPr bwMode="auto"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8653603" name="PlaceHolder 4"/>
          <p:cNvSpPr>
            <a:spLocks noGrp="1"/>
          </p:cNvSpPr>
          <p:nvPr>
            <p:ph/>
          </p:nvPr>
        </p:nvSpPr>
        <p:spPr bwMode="auto"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8376243" name="PlaceHolder 5"/>
          <p:cNvSpPr>
            <a:spLocks noGrp="1"/>
          </p:cNvSpPr>
          <p:nvPr>
            <p:ph type="ftr" idx="5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583354437" name="PlaceHolder 6"/>
          <p:cNvSpPr>
            <a:spLocks noGrp="1"/>
          </p:cNvSpPr>
          <p:nvPr>
            <p:ph type="sldNum" idx="6"/>
          </p:nvPr>
        </p:nvSpPr>
        <p:spPr bwMode="auto"/>
        <p:txBody>
          <a:bodyPr/>
          <a:p>
            <a:pPr>
              <a:defRPr/>
            </a:pPr>
            <a:fld id="{2D2C3AFD-C1EE-4272-B544-675CA6F0A90A}" type="slidenum">
              <a:rPr/>
              <a:t>&lt;#&gt;</a:t>
            </a:fld>
            <a:endParaRPr/>
          </a:p>
        </p:txBody>
      </p:sp>
      <p:sp>
        <p:nvSpPr>
          <p:cNvPr id="1231103579" name="PlaceHolder 7"/>
          <p:cNvSpPr>
            <a:spLocks noGrp="1"/>
          </p:cNvSpPr>
          <p:nvPr>
            <p:ph type="dt" idx="4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OverTx" userDrawn="1">
  <p:cSld name="Title, 2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5449578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0793899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5368041" name="PlaceHolder 3"/>
          <p:cNvSpPr>
            <a:spLocks noGrp="1"/>
          </p:cNvSpPr>
          <p:nvPr>
            <p:ph/>
          </p:nvPr>
        </p:nvSpPr>
        <p:spPr bwMode="auto"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762984" name="PlaceHolder 4"/>
          <p:cNvSpPr>
            <a:spLocks noGrp="1"/>
          </p:cNvSpPr>
          <p:nvPr>
            <p:ph/>
          </p:nvPr>
        </p:nvSpPr>
        <p:spPr bwMode="auto"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363207" name="PlaceHolder 5"/>
          <p:cNvSpPr>
            <a:spLocks noGrp="1"/>
          </p:cNvSpPr>
          <p:nvPr>
            <p:ph type="ftr" idx="5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770227974" name="PlaceHolder 6"/>
          <p:cNvSpPr>
            <a:spLocks noGrp="1"/>
          </p:cNvSpPr>
          <p:nvPr>
            <p:ph type="sldNum" idx="6"/>
          </p:nvPr>
        </p:nvSpPr>
        <p:spPr bwMode="auto"/>
        <p:txBody>
          <a:bodyPr/>
          <a:p>
            <a:pPr>
              <a:defRPr/>
            </a:pPr>
            <a:fld id="{9BE5FC2A-2DC0-4D31-B080-89C3A60C3F02}" type="slidenum">
              <a:rPr/>
              <a:t>&lt;#&gt;</a:t>
            </a:fld>
            <a:endParaRPr/>
          </a:p>
        </p:txBody>
      </p:sp>
      <p:sp>
        <p:nvSpPr>
          <p:cNvPr id="1827318946" name="PlaceHolder 7"/>
          <p:cNvSpPr>
            <a:spLocks noGrp="1"/>
          </p:cNvSpPr>
          <p:nvPr>
            <p:ph type="dt" idx="4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OverTx" userDrawn="1">
  <p:cSld name="Title,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3616135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6946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216945" name="PlaceHolder 3"/>
          <p:cNvSpPr>
            <a:spLocks noGrp="1"/>
          </p:cNvSpPr>
          <p:nvPr>
            <p:ph/>
          </p:nvPr>
        </p:nvSpPr>
        <p:spPr bwMode="auto"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8996851" name="PlaceHolder 4"/>
          <p:cNvSpPr>
            <a:spLocks noGrp="1"/>
          </p:cNvSpPr>
          <p:nvPr>
            <p:ph type="ftr" idx="5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754979837" name="PlaceHolder 5"/>
          <p:cNvSpPr>
            <a:spLocks noGrp="1"/>
          </p:cNvSpPr>
          <p:nvPr>
            <p:ph type="sldNum" idx="6"/>
          </p:nvPr>
        </p:nvSpPr>
        <p:spPr bwMode="auto"/>
        <p:txBody>
          <a:bodyPr/>
          <a:p>
            <a:pPr>
              <a:defRPr/>
            </a:pPr>
            <a:fld id="{5A0E41D6-7127-4F41-83AD-2BDC5D8FA9D7}" type="slidenum">
              <a:rPr/>
              <a:t>&lt;#&gt;</a:t>
            </a:fld>
            <a:endParaRPr/>
          </a:p>
        </p:txBody>
      </p:sp>
      <p:sp>
        <p:nvSpPr>
          <p:cNvPr id="1319696596" name="PlaceHolder 6"/>
          <p:cNvSpPr>
            <a:spLocks noGrp="1"/>
          </p:cNvSpPr>
          <p:nvPr>
            <p:ph type="dt" idx="4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fourObj" userDrawn="1">
  <p:cSld name="Title, 4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1422571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937599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2457161" name="PlaceHolder 3"/>
          <p:cNvSpPr>
            <a:spLocks noGrp="1"/>
          </p:cNvSpPr>
          <p:nvPr>
            <p:ph/>
          </p:nvPr>
        </p:nvSpPr>
        <p:spPr bwMode="auto"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270472" name="PlaceHolder 4"/>
          <p:cNvSpPr>
            <a:spLocks noGrp="1"/>
          </p:cNvSpPr>
          <p:nvPr>
            <p:ph/>
          </p:nvPr>
        </p:nvSpPr>
        <p:spPr bwMode="auto"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269140" name="PlaceHolder 5"/>
          <p:cNvSpPr>
            <a:spLocks noGrp="1"/>
          </p:cNvSpPr>
          <p:nvPr>
            <p:ph/>
          </p:nvPr>
        </p:nvSpPr>
        <p:spPr bwMode="auto"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8687090" name="PlaceHolder 6"/>
          <p:cNvSpPr>
            <a:spLocks noGrp="1"/>
          </p:cNvSpPr>
          <p:nvPr>
            <p:ph type="ftr" idx="5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746887749" name="PlaceHolder 7"/>
          <p:cNvSpPr>
            <a:spLocks noGrp="1"/>
          </p:cNvSpPr>
          <p:nvPr>
            <p:ph type="sldNum" idx="6"/>
          </p:nvPr>
        </p:nvSpPr>
        <p:spPr bwMode="auto"/>
        <p:txBody>
          <a:bodyPr/>
          <a:p>
            <a:pPr>
              <a:defRPr/>
            </a:pPr>
            <a:fld id="{D9A719F5-1E55-42ED-90D1-0378D2C9A953}" type="slidenum">
              <a:rPr/>
              <a:t>&lt;#&gt;</a:t>
            </a:fld>
            <a:endParaRPr/>
          </a:p>
        </p:txBody>
      </p:sp>
      <p:sp>
        <p:nvSpPr>
          <p:cNvPr id="47410335" name="PlaceHolder 8"/>
          <p:cNvSpPr>
            <a:spLocks noGrp="1"/>
          </p:cNvSpPr>
          <p:nvPr>
            <p:ph type="dt" idx="4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Title, 6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624830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7840981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5391144" name="PlaceHolder 3"/>
          <p:cNvSpPr>
            <a:spLocks noGrp="1"/>
          </p:cNvSpPr>
          <p:nvPr>
            <p:ph/>
          </p:nvPr>
        </p:nvSpPr>
        <p:spPr bwMode="auto">
          <a:xfrm>
            <a:off x="439344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270113" name="PlaceHolder 4"/>
          <p:cNvSpPr>
            <a:spLocks noGrp="1"/>
          </p:cNvSpPr>
          <p:nvPr>
            <p:ph/>
          </p:nvPr>
        </p:nvSpPr>
        <p:spPr bwMode="auto">
          <a:xfrm>
            <a:off x="794916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5458576" name="PlaceHolder 5"/>
          <p:cNvSpPr>
            <a:spLocks noGrp="1"/>
          </p:cNvSpPr>
          <p:nvPr>
            <p:ph/>
          </p:nvPr>
        </p:nvSpPr>
        <p:spPr bwMode="auto">
          <a:xfrm>
            <a:off x="83808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7973027" name="PlaceHolder 6"/>
          <p:cNvSpPr>
            <a:spLocks noGrp="1"/>
          </p:cNvSpPr>
          <p:nvPr>
            <p:ph/>
          </p:nvPr>
        </p:nvSpPr>
        <p:spPr bwMode="auto">
          <a:xfrm>
            <a:off x="439344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4243684" name="PlaceHolder 7"/>
          <p:cNvSpPr>
            <a:spLocks noGrp="1"/>
          </p:cNvSpPr>
          <p:nvPr>
            <p:ph/>
          </p:nvPr>
        </p:nvSpPr>
        <p:spPr bwMode="auto">
          <a:xfrm>
            <a:off x="794916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6260945" name="PlaceHolder 8"/>
          <p:cNvSpPr>
            <a:spLocks noGrp="1"/>
          </p:cNvSpPr>
          <p:nvPr>
            <p:ph type="ftr" idx="5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892377895" name="PlaceHolder 9"/>
          <p:cNvSpPr>
            <a:spLocks noGrp="1"/>
          </p:cNvSpPr>
          <p:nvPr>
            <p:ph type="sldNum" idx="6"/>
          </p:nvPr>
        </p:nvSpPr>
        <p:spPr bwMode="auto"/>
        <p:txBody>
          <a:bodyPr/>
          <a:p>
            <a:pPr>
              <a:defRPr/>
            </a:pPr>
            <a:fld id="{310DBE50-8BEB-45D6-BA3C-81FC1BFDE5F8}" type="slidenum">
              <a:rPr/>
              <a:t>&lt;#&gt;</a:t>
            </a:fld>
            <a:endParaRPr/>
          </a:p>
        </p:txBody>
      </p:sp>
      <p:sp>
        <p:nvSpPr>
          <p:cNvPr id="1954494043" name="PlaceHolder 10"/>
          <p:cNvSpPr>
            <a:spLocks noGrp="1"/>
          </p:cNvSpPr>
          <p:nvPr>
            <p:ph type="dt" idx="4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5995168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ct val="90000"/>
              </a:lnSpc>
              <a:buNone/>
              <a:defRPr/>
            </a:pPr>
            <a:r>
              <a:rPr lang="en-US" sz="6000" b="0" strike="noStrike" spc="-1">
                <a:solidFill>
                  <a:srgbClr val="000000"/>
                </a:solidFill>
                <a:latin typeface="Arial"/>
                <a:ea typeface="Arial"/>
              </a:rPr>
              <a:t>Clic</a:t>
            </a:r>
            <a:r>
              <a:rPr lang="en-US" sz="6000" b="0" strike="noStrike" spc="-1">
                <a:solidFill>
                  <a:srgbClr val="000000"/>
                </a:solidFill>
                <a:latin typeface="Arial"/>
                <a:ea typeface="Arial"/>
              </a:rPr>
              <a:t>k to </a:t>
            </a:r>
            <a:r>
              <a:rPr lang="en-US" sz="6000" b="0" strike="noStrike" spc="-1">
                <a:solidFill>
                  <a:srgbClr val="000000"/>
                </a:solidFill>
                <a:latin typeface="Arial"/>
                <a:ea typeface="Arial"/>
              </a:rPr>
              <a:t>edit </a:t>
            </a:r>
            <a:r>
              <a:rPr lang="en-US" sz="6000" b="0" strike="noStrike" spc="-1">
                <a:solidFill>
                  <a:srgbClr val="000000"/>
                </a:solidFill>
                <a:latin typeface="Arial"/>
                <a:ea typeface="Arial"/>
              </a:rPr>
              <a:t>Ma</a:t>
            </a:r>
            <a:r>
              <a:rPr lang="en-US" sz="6000" b="0" strike="noStrike" spc="-1">
                <a:solidFill>
                  <a:srgbClr val="000000"/>
                </a:solidFill>
                <a:latin typeface="Arial"/>
                <a:ea typeface="Arial"/>
              </a:rPr>
              <a:t>ster </a:t>
            </a:r>
            <a:r>
              <a:rPr lang="en-US" sz="6000" b="0" strike="noStrike" spc="-1">
                <a:solidFill>
                  <a:srgbClr val="000000"/>
                </a:solidFill>
                <a:latin typeface="Arial"/>
                <a:ea typeface="Arial"/>
              </a:rPr>
              <a:t>title </a:t>
            </a:r>
            <a:r>
              <a:rPr lang="en-US" sz="6000" b="0" strike="noStrike" spc="-1">
                <a:solidFill>
                  <a:srgbClr val="000000"/>
                </a:solidFill>
                <a:latin typeface="Arial"/>
                <a:ea typeface="Arial"/>
              </a:rPr>
              <a:t>styl</a:t>
            </a:r>
            <a:r>
              <a:rPr lang="en-US" sz="6000" b="0" strike="noStrike" spc="-1">
                <a:solidFill>
                  <a:srgbClr val="000000"/>
                </a:solidFill>
                <a:latin typeface="Arial"/>
                <a:ea typeface="Arial"/>
              </a:rPr>
              <a:t>e</a:t>
            </a:r>
            <a:endParaRPr lang="en-US" sz="6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7023016" name="PlaceHolder 2"/>
          <p:cNvSpPr>
            <a:spLocks noGrp="1"/>
          </p:cNvSpPr>
          <p:nvPr>
            <p:ph type="dt" idx="1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Arial"/>
                <a:ea typeface="Arial"/>
              </a:defRPr>
            </a:lvl1pPr>
          </a:lstStyle>
          <a:p>
            <a:pPr>
              <a:lnSpc>
                <a:spcPct val="100000"/>
              </a:lnSpc>
              <a:buNone/>
              <a:defRPr/>
            </a:pPr>
            <a:r>
              <a:rPr lang="en-US" sz="1200" b="0" strike="noStrike" spc="-1">
                <a:solidFill>
                  <a:srgbClr val="8B8B8B"/>
                </a:solidFill>
                <a:latin typeface="Arial"/>
                <a:ea typeface="Arial"/>
              </a:rPr>
              <a:t>&lt;date/time&gt;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062251417" name="PlaceHolder 3"/>
          <p:cNvSpPr>
            <a:spLocks noGrp="1"/>
          </p:cNvSpPr>
          <p:nvPr>
            <p:ph type="ftr" idx="2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ctr">
              <a:buNone/>
              <a:defRPr/>
            </a:pPr>
            <a:r>
              <a:rPr lang="en-US" sz="1400" b="0" strike="noStrike" spc="-1">
                <a:latin typeface="Times New Roman"/>
              </a:rPr>
              <a:t>&lt;footer&gt;</a:t>
            </a:r>
            <a:endParaRPr lang="en-US" sz="1400" b="0" strike="noStrike" spc="-1">
              <a:latin typeface="Times New Roman"/>
            </a:endParaRPr>
          </a:p>
        </p:txBody>
      </p:sp>
      <p:sp>
        <p:nvSpPr>
          <p:cNvPr id="360454292" name="PlaceHolder 4"/>
          <p:cNvSpPr>
            <a:spLocks noGrp="1"/>
          </p:cNvSpPr>
          <p:nvPr>
            <p:ph type="sldNum" idx="3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defRPr/>
            </a:pPr>
            <a:fld id="{65169E88-11FA-471B-B3A5-1EFBBC33EAF5}" type="slidenum">
              <a:rPr lang="en-US" sz="1200" b="0" strike="noStrike" spc="-1">
                <a:solidFill>
                  <a:srgbClr val="8B8B8B"/>
                </a:solidFill>
                <a:latin typeface="Arial"/>
                <a:ea typeface="Arial"/>
              </a:rPr>
              <a:t>&lt;number&gt;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382702010" name="PlaceHolder 5"/>
          <p:cNvSpPr>
            <a:spLocks noGrp="1"/>
          </p:cNvSpPr>
          <p:nvPr>
            <p:ph type="body"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0680616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  <a:defRPr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  <a:ea typeface="Arial"/>
              </a:rPr>
              <a:t>Click to edit Master title style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006218" name="PlaceHolder 2"/>
          <p:cNvSpPr>
            <a:spLocks noGrp="1"/>
          </p:cNvSpPr>
          <p:nvPr>
            <p:ph type="body"/>
          </p:nvPr>
        </p:nvSpPr>
        <p:spPr bwMode="auto"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  <a:ea typeface="Arial"/>
              </a:rPr>
              <a:t>Click to edit Master text styles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  <a:ea typeface="Arial"/>
              </a:rPr>
              <a:t>Second level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1143000" lvl="2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  <a:ea typeface="Arial"/>
              </a:rPr>
              <a:t>Third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1600200" lvl="3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Fourth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057400" lvl="4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Fifth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0437006" name="PlaceHolder 3"/>
          <p:cNvSpPr>
            <a:spLocks noGrp="1"/>
          </p:cNvSpPr>
          <p:nvPr>
            <p:ph type="dt" idx="4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Arial"/>
                <a:ea typeface="Arial"/>
              </a:defRPr>
            </a:lvl1pPr>
          </a:lstStyle>
          <a:p>
            <a:pPr>
              <a:lnSpc>
                <a:spcPct val="100000"/>
              </a:lnSpc>
              <a:buNone/>
              <a:defRPr/>
            </a:pPr>
            <a:r>
              <a:rPr lang="en-US" sz="1200" b="0" strike="noStrike" spc="-1">
                <a:solidFill>
                  <a:srgbClr val="8B8B8B"/>
                </a:solidFill>
                <a:latin typeface="Arial"/>
                <a:ea typeface="Arial"/>
              </a:rPr>
              <a:t>&lt;date/time&gt;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613786474" name="PlaceHolder 4"/>
          <p:cNvSpPr>
            <a:spLocks noGrp="1"/>
          </p:cNvSpPr>
          <p:nvPr>
            <p:ph type="ftr" idx="5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ctr">
              <a:buNone/>
              <a:defRPr/>
            </a:pPr>
            <a:r>
              <a:rPr lang="en-US" sz="1400" b="0" strike="noStrike" spc="-1">
                <a:latin typeface="Times New Roman"/>
              </a:rPr>
              <a:t>&lt;footer&gt;</a:t>
            </a:r>
            <a:endParaRPr lang="en-US" sz="1400" b="0" strike="noStrike" spc="-1">
              <a:latin typeface="Times New Roman"/>
            </a:endParaRPr>
          </a:p>
        </p:txBody>
      </p:sp>
      <p:sp>
        <p:nvSpPr>
          <p:cNvPr id="581342608" name="PlaceHolder 5"/>
          <p:cNvSpPr>
            <a:spLocks noGrp="1"/>
          </p:cNvSpPr>
          <p:nvPr>
            <p:ph type="sldNum" idx="6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defRPr/>
            </a:pPr>
            <a:fld id="{7E4B6838-AB39-4D30-B199-9B1F32CC5289}" type="slidenum">
              <a:rPr lang="en-US" sz="1200" b="0" strike="noStrike" spc="-1">
                <a:solidFill>
                  <a:srgbClr val="8B8B8B"/>
                </a:solidFill>
                <a:latin typeface="Arial"/>
                <a:ea typeface="Arial"/>
              </a:rPr>
              <a:t>&lt;number&gt;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7911711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ct val="90000"/>
              </a:lnSpc>
              <a:buNone/>
              <a:defRPr/>
            </a:pPr>
            <a:r>
              <a:rPr lang="en-US" sz="6000" b="0" strike="noStrike" spc="-1">
                <a:solidFill>
                  <a:srgbClr val="000000"/>
                </a:solidFill>
                <a:latin typeface="Arial"/>
                <a:ea typeface="Arial"/>
              </a:rPr>
              <a:t>Meeting  15.06.2026</a:t>
            </a:r>
            <a:endParaRPr lang="en-US" sz="6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939178" name="PlaceHolder 2"/>
          <p:cNvSpPr>
            <a:spLocks noGrp="1"/>
          </p:cNvSpPr>
          <p:nvPr>
            <p:ph type="subTitle"/>
          </p:nvPr>
        </p:nvSpPr>
        <p:spPr bwMode="auto"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  <a:ea typeface="Arial"/>
              </a:rPr>
              <a:t>Update with Nils and Parsa</a:t>
            </a:r>
            <a:endParaRPr lang="en-US" sz="24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7335625" name="" descr=""/>
          <p:cNvPicPr/>
          <p:nvPr/>
        </p:nvPicPr>
        <p:blipFill rotWithShape="1">
          <a:blip r:embed="rId3"/>
          <a:stretch/>
        </p:blipFill>
        <p:spPr bwMode="auto">
          <a:xfrm>
            <a:off x="2327760" y="2256480"/>
            <a:ext cx="7347240" cy="4591800"/>
          </a:xfrm>
          <a:prstGeom prst="rect">
            <a:avLst/>
          </a:prstGeom>
          <a:ln w="0">
            <a:noFill/>
          </a:ln>
        </p:spPr>
      </p:pic>
      <p:pic>
        <p:nvPicPr>
          <p:cNvPr id="210718454" name="Picture 644181081" descr=""/>
          <p:cNvPicPr/>
          <p:nvPr/>
        </p:nvPicPr>
        <p:blipFill rotWithShape="1">
          <a:blip r:embed="rId4"/>
          <a:srcRect l="0" t="0" r="1584" b="0"/>
          <a:stretch/>
        </p:blipFill>
        <p:spPr bwMode="auto">
          <a:xfrm>
            <a:off x="142200" y="168480"/>
            <a:ext cx="3962160" cy="2031480"/>
          </a:xfrm>
          <a:prstGeom prst="rect">
            <a:avLst/>
          </a:prstGeom>
          <a:ln w="0">
            <a:noFill/>
          </a:ln>
        </p:spPr>
      </p:pic>
      <p:pic>
        <p:nvPicPr>
          <p:cNvPr id="763386378" name="Picture 2022233965" descr=""/>
          <p:cNvPicPr/>
          <p:nvPr/>
        </p:nvPicPr>
        <p:blipFill rotWithShape="1">
          <a:blip r:embed="rId5"/>
          <a:srcRect l="699" t="0" r="1638" b="0"/>
          <a:stretch/>
        </p:blipFill>
        <p:spPr bwMode="auto">
          <a:xfrm>
            <a:off x="7854120" y="110880"/>
            <a:ext cx="4118400" cy="2089080"/>
          </a:xfrm>
          <a:prstGeom prst="rect">
            <a:avLst/>
          </a:prstGeom>
          <a:ln w="0">
            <a:noFill/>
          </a:ln>
        </p:spPr>
      </p:pic>
      <p:sp>
        <p:nvSpPr>
          <p:cNvPr id="714026656" name=""/>
          <p:cNvSpPr/>
          <p:nvPr/>
        </p:nvSpPr>
        <p:spPr bwMode="auto">
          <a:xfrm>
            <a:off x="10281453" y="1571400"/>
            <a:ext cx="893160" cy="628560"/>
          </a:xfrm>
          <a:prstGeom prst="ellipse">
            <a:avLst/>
          </a:prstGeom>
          <a:solidFill>
            <a:srgbClr val="F0A2A2"/>
          </a:solidFill>
          <a:ln>
            <a:solidFill>
              <a:srgbClr val="F0A2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16077721" name=""/>
          <p:cNvSpPr/>
          <p:nvPr/>
        </p:nvSpPr>
        <p:spPr bwMode="auto">
          <a:xfrm>
            <a:off x="2435707" y="1571400"/>
            <a:ext cx="893160" cy="628560"/>
          </a:xfrm>
          <a:prstGeom prst="ellipse">
            <a:avLst/>
          </a:prstGeom>
          <a:solidFill>
            <a:srgbClr val="9CB5CF"/>
          </a:solidFill>
          <a:ln>
            <a:solidFill>
              <a:srgbClr val="9CB5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0847808" name="PlaceHolder 1"/>
          <p:cNvSpPr>
            <a:spLocks noGrp="1"/>
          </p:cNvSpPr>
          <p:nvPr>
            <p:ph type="title"/>
          </p:nvPr>
        </p:nvSpPr>
        <p:spPr bwMode="auto">
          <a:xfrm>
            <a:off x="194040" y="207360"/>
            <a:ext cx="10515240" cy="7279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  <a:defRPr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  <a:ea typeface="Arial"/>
              </a:rPr>
              <a:t>Trying different models – beta test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51012583" name="" descr=""/>
          <p:cNvPicPr/>
          <p:nvPr/>
        </p:nvPicPr>
        <p:blipFill rotWithShape="1">
          <a:blip r:embed="rId3"/>
          <a:stretch/>
        </p:blipFill>
        <p:spPr bwMode="auto">
          <a:xfrm>
            <a:off x="1715400" y="1088280"/>
            <a:ext cx="8516520" cy="5611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6143222" name="PlaceHolder 1"/>
          <p:cNvSpPr>
            <a:spLocks noGrp="1"/>
          </p:cNvSpPr>
          <p:nvPr>
            <p:ph type="title"/>
          </p:nvPr>
        </p:nvSpPr>
        <p:spPr bwMode="auto">
          <a:xfrm>
            <a:off x="194040" y="102600"/>
            <a:ext cx="10515240" cy="7279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rmAutofit fontScale="80000"/>
          </a:bodyPr>
          <a:p>
            <a:pPr>
              <a:lnSpc>
                <a:spcPct val="90000"/>
              </a:lnSpc>
              <a:buNone/>
              <a:defRPr/>
            </a:pPr>
            <a:r>
              <a:rPr lang="en-US" sz="3600" b="0" strike="noStrike" spc="-1">
                <a:solidFill>
                  <a:srgbClr val="000000"/>
                </a:solidFill>
                <a:latin typeface="Arial"/>
                <a:ea typeface="Arial"/>
              </a:rPr>
              <a:t>Trying different models – beta test (relative to beta 0)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75358877" name="" descr=""/>
          <p:cNvPicPr/>
          <p:nvPr/>
        </p:nvPicPr>
        <p:blipFill rotWithShape="1">
          <a:blip r:embed="rId3"/>
          <a:stretch/>
        </p:blipFill>
        <p:spPr bwMode="auto">
          <a:xfrm>
            <a:off x="1456920" y="906120"/>
            <a:ext cx="9277920" cy="58521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285583" name="PlaceHolder 1"/>
          <p:cNvSpPr>
            <a:spLocks noGrp="1"/>
          </p:cNvSpPr>
          <p:nvPr>
            <p:ph type="title"/>
          </p:nvPr>
        </p:nvSpPr>
        <p:spPr bwMode="auto">
          <a:xfrm>
            <a:off x="194040" y="102600"/>
            <a:ext cx="11989079" cy="7279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rmAutofit/>
          </a:bodyPr>
          <a:p>
            <a:pPr>
              <a:lnSpc>
                <a:spcPct val="90000"/>
              </a:lnSpc>
              <a:buNone/>
              <a:defRPr/>
            </a:pPr>
            <a:r>
              <a:rPr lang="en-US" sz="3600" b="0" strike="noStrike" spc="-1">
                <a:solidFill>
                  <a:srgbClr val="000000"/>
                </a:solidFill>
                <a:latin typeface="Arial"/>
                <a:ea typeface="Arial"/>
              </a:rPr>
              <a:t>Trying different models – sine test </a:t>
            </a:r>
            <a:r>
              <a:rPr lang="en-US" sz="3600" b="0" strike="noStrike" spc="-1">
                <a:solidFill>
                  <a:srgbClr val="000000"/>
                </a:solidFill>
                <a:latin typeface="Arial"/>
                <a:ea typeface="Arial"/>
              </a:rPr>
              <a:t>(relative to sine 0)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94942048" name="" descr=""/>
          <p:cNvPicPr/>
          <p:nvPr/>
        </p:nvPicPr>
        <p:blipFill rotWithShape="1">
          <a:blip r:embed="rId3"/>
          <a:stretch/>
        </p:blipFill>
        <p:spPr bwMode="auto">
          <a:xfrm>
            <a:off x="1116720" y="831240"/>
            <a:ext cx="9370800" cy="59104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7199302" name="PlaceHolder 1"/>
          <p:cNvSpPr>
            <a:spLocks noGrp="1"/>
          </p:cNvSpPr>
          <p:nvPr>
            <p:ph type="title"/>
          </p:nvPr>
        </p:nvSpPr>
        <p:spPr bwMode="auto">
          <a:xfrm>
            <a:off x="258840" y="365040"/>
            <a:ext cx="1159848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  <a:defRPr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  <a:ea typeface="Arial"/>
              </a:rPr>
              <a:t>Previous methodology in the literature:</a:t>
            </a:r>
            <a:br>
              <a:rPr sz="4400"/>
            </a:br>
            <a:r>
              <a:rPr lang="en-US" sz="4400" b="0" strike="noStrike" spc="-1">
                <a:solidFill>
                  <a:srgbClr val="000000"/>
                </a:solidFill>
                <a:latin typeface="Arial"/>
                <a:ea typeface="Arial"/>
              </a:rPr>
              <a:t>Random mask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97239453" name="" descr=""/>
          <p:cNvPicPr/>
          <p:nvPr/>
        </p:nvPicPr>
        <p:blipFill rotWithShape="1">
          <a:blip r:embed="rId3"/>
          <a:stretch/>
        </p:blipFill>
        <p:spPr bwMode="auto">
          <a:xfrm>
            <a:off x="6095880" y="2091600"/>
            <a:ext cx="6131160" cy="2968200"/>
          </a:xfrm>
          <a:prstGeom prst="rect">
            <a:avLst/>
          </a:prstGeom>
          <a:ln w="0">
            <a:noFill/>
          </a:ln>
        </p:spPr>
      </p:pic>
      <p:pic>
        <p:nvPicPr>
          <p:cNvPr id="1099823866" name="" descr=""/>
          <p:cNvPicPr/>
          <p:nvPr/>
        </p:nvPicPr>
        <p:blipFill rotWithShape="1">
          <a:blip r:embed="rId4"/>
          <a:stretch/>
        </p:blipFill>
        <p:spPr bwMode="auto">
          <a:xfrm>
            <a:off x="0" y="2091600"/>
            <a:ext cx="6095880" cy="2951280"/>
          </a:xfrm>
          <a:prstGeom prst="rect">
            <a:avLst/>
          </a:prstGeom>
          <a:ln w="0">
            <a:noFill/>
          </a:ln>
        </p:spPr>
      </p:pic>
      <p:sp>
        <p:nvSpPr>
          <p:cNvPr id="311758574" name=""/>
          <p:cNvSpPr/>
          <p:nvPr/>
        </p:nvSpPr>
        <p:spPr bwMode="auto">
          <a:xfrm>
            <a:off x="8683920" y="5060160"/>
            <a:ext cx="2073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vertOverflow="overflow" horzOverflow="overflow" wrap="none" numCol="1" spcCol="0" anchor="t">
            <a:spAutoFit/>
          </a:bodyPr>
          <a:p>
            <a:pPr>
              <a:lnSpc>
                <a:spcPct val="100000"/>
              </a:lnSpc>
              <a:buNone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33k points - view 2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736462497" name=""/>
          <p:cNvSpPr/>
          <p:nvPr/>
        </p:nvSpPr>
        <p:spPr bwMode="auto">
          <a:xfrm>
            <a:off x="2625480" y="5060160"/>
            <a:ext cx="2200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vertOverflow="overflow" horzOverflow="overflow" wrap="none" numCol="1" spcCol="0" anchor="t">
            <a:spAutoFit/>
          </a:bodyPr>
          <a:p>
            <a:pPr>
              <a:lnSpc>
                <a:spcPct val="100000"/>
              </a:lnSpc>
              <a:buNone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131k points - view 1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363711997" name=""/>
          <p:cNvSpPr/>
          <p:nvPr/>
        </p:nvSpPr>
        <p:spPr bwMode="auto">
          <a:xfrm rot="10800000">
            <a:off x="7791480" y="5659200"/>
            <a:ext cx="1783080" cy="513360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43750"/>
            </a:avLst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89435015" name=""/>
          <p:cNvSpPr/>
          <p:nvPr/>
        </p:nvSpPr>
        <p:spPr bwMode="auto">
          <a:xfrm rot="10800000" flipH="1">
            <a:off x="3044160" y="5659200"/>
            <a:ext cx="1783080" cy="513360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43750"/>
            </a:avLst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05741244" name=""/>
          <p:cNvSpPr/>
          <p:nvPr/>
        </p:nvSpPr>
        <p:spPr bwMode="auto">
          <a:xfrm>
            <a:off x="5185080" y="5855039"/>
            <a:ext cx="2352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vertOverflow="overflow" horzOverflow="overflow" wrap="none" numCol="1" spcCol="0" anchor="t">
            <a:spAutoFit/>
          </a:bodyPr>
          <a:p>
            <a:pPr>
              <a:lnSpc>
                <a:spcPct val="100000"/>
              </a:lnSpc>
              <a:buNone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Prediction match loss</a:t>
            </a: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3654217" name="PlaceHolder 1"/>
          <p:cNvSpPr>
            <a:spLocks noGrp="1"/>
          </p:cNvSpPr>
          <p:nvPr>
            <p:ph type="title"/>
          </p:nvPr>
        </p:nvSpPr>
        <p:spPr bwMode="auto">
          <a:xfrm>
            <a:off x="20880" y="365040"/>
            <a:ext cx="1218600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  <a:defRPr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  <a:ea typeface="Arial"/>
              </a:rPr>
              <a:t>Previous methodology in the literature:</a:t>
            </a:r>
            <a:br>
              <a:rPr sz="4400"/>
            </a:br>
            <a:r>
              <a:rPr lang="en-US" sz="4400" b="0" strike="noStrike" spc="-1">
                <a:solidFill>
                  <a:srgbClr val="000000"/>
                </a:solidFill>
                <a:latin typeface="Arial"/>
                <a:ea typeface="Arial"/>
              </a:rPr>
              <a:t>Gaussian Ball Mask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12461273" name="" descr=""/>
          <p:cNvPicPr/>
          <p:nvPr/>
        </p:nvPicPr>
        <p:blipFill rotWithShape="1">
          <a:blip r:embed="rId3"/>
          <a:stretch/>
        </p:blipFill>
        <p:spPr bwMode="auto">
          <a:xfrm>
            <a:off x="0" y="2091600"/>
            <a:ext cx="6095880" cy="2951280"/>
          </a:xfrm>
          <a:prstGeom prst="rect">
            <a:avLst/>
          </a:prstGeom>
          <a:ln w="0">
            <a:noFill/>
          </a:ln>
        </p:spPr>
      </p:pic>
      <p:sp>
        <p:nvSpPr>
          <p:cNvPr id="839858603" name=""/>
          <p:cNvSpPr/>
          <p:nvPr/>
        </p:nvSpPr>
        <p:spPr bwMode="auto">
          <a:xfrm>
            <a:off x="8683920" y="5060160"/>
            <a:ext cx="2200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vertOverflow="overflow" horzOverflow="overflow" wrap="none" numCol="1" spcCol="0" anchor="t">
            <a:spAutoFit/>
          </a:bodyPr>
          <a:p>
            <a:pPr>
              <a:lnSpc>
                <a:spcPct val="100000"/>
              </a:lnSpc>
              <a:buNone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127k points - view 2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639533642" name=""/>
          <p:cNvSpPr/>
          <p:nvPr/>
        </p:nvSpPr>
        <p:spPr bwMode="auto">
          <a:xfrm>
            <a:off x="2625480" y="5060160"/>
            <a:ext cx="2200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vertOverflow="overflow" horzOverflow="overflow" wrap="none" numCol="1" spcCol="0" anchor="t">
            <a:spAutoFit/>
          </a:bodyPr>
          <a:p>
            <a:pPr>
              <a:lnSpc>
                <a:spcPct val="100000"/>
              </a:lnSpc>
              <a:buNone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131k points - view 1</a:t>
            </a:r>
            <a:endParaRPr lang="en-US" sz="1800" b="0" strike="noStrike" spc="-1">
              <a:latin typeface="Arial"/>
            </a:endParaRPr>
          </a:p>
        </p:txBody>
      </p:sp>
      <p:pic>
        <p:nvPicPr>
          <p:cNvPr id="470539099" name="" descr=""/>
          <p:cNvPicPr/>
          <p:nvPr/>
        </p:nvPicPr>
        <p:blipFill rotWithShape="1">
          <a:blip r:embed="rId4"/>
          <a:stretch/>
        </p:blipFill>
        <p:spPr bwMode="auto">
          <a:xfrm>
            <a:off x="6095880" y="2091600"/>
            <a:ext cx="6110640" cy="2958480"/>
          </a:xfrm>
          <a:prstGeom prst="rect">
            <a:avLst/>
          </a:prstGeom>
          <a:ln w="0">
            <a:noFill/>
          </a:ln>
        </p:spPr>
      </p:pic>
      <p:pic>
        <p:nvPicPr>
          <p:cNvPr id="1201943751" name="" descr=""/>
          <p:cNvPicPr/>
          <p:nvPr/>
        </p:nvPicPr>
        <p:blipFill rotWithShape="1">
          <a:blip r:embed="rId5"/>
          <a:srcRect l="23310" t="77365" r="59143" b="0"/>
          <a:stretch/>
        </p:blipFill>
        <p:spPr bwMode="auto">
          <a:xfrm>
            <a:off x="5492160" y="5243039"/>
            <a:ext cx="2128320" cy="1329120"/>
          </a:xfrm>
          <a:prstGeom prst="rect">
            <a:avLst/>
          </a:prstGeom>
          <a:ln w="0">
            <a:noFill/>
          </a:ln>
        </p:spPr>
      </p:pic>
      <p:sp>
        <p:nvSpPr>
          <p:cNvPr id="2108618939" name=""/>
          <p:cNvSpPr/>
          <p:nvPr/>
        </p:nvSpPr>
        <p:spPr bwMode="auto">
          <a:xfrm rot="10800000">
            <a:off x="7621560" y="5109840"/>
            <a:ext cx="515520" cy="961200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43750"/>
            </a:avLst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8676650" name="PlaceHolder 1"/>
          <p:cNvSpPr>
            <a:spLocks noGrp="1"/>
          </p:cNvSpPr>
          <p:nvPr>
            <p:ph type="title"/>
          </p:nvPr>
        </p:nvSpPr>
        <p:spPr bwMode="auto">
          <a:xfrm>
            <a:off x="119160" y="365040"/>
            <a:ext cx="11801520" cy="835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  <a:defRPr/>
            </a:pPr>
            <a:r>
              <a:rPr lang="en-US" sz="3600" b="0" strike="noStrike" spc="-1">
                <a:solidFill>
                  <a:srgbClr val="000000"/>
                </a:solidFill>
                <a:latin typeface="Arial"/>
                <a:ea typeface="Arial"/>
              </a:rPr>
              <a:t>Point sampling Baselines – Gaussian Ball Mask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88841795" name="" descr=""/>
          <p:cNvPicPr/>
          <p:nvPr/>
        </p:nvPicPr>
        <p:blipFill rotWithShape="1">
          <a:blip r:embed="rId3"/>
          <a:srcRect l="1461" t="0" r="2141" b="0"/>
          <a:stretch/>
        </p:blipFill>
        <p:spPr bwMode="auto">
          <a:xfrm>
            <a:off x="50760" y="1418040"/>
            <a:ext cx="4037760" cy="2401200"/>
          </a:xfrm>
          <a:prstGeom prst="rect">
            <a:avLst/>
          </a:prstGeom>
          <a:ln w="0">
            <a:noFill/>
          </a:ln>
        </p:spPr>
      </p:pic>
      <p:pic>
        <p:nvPicPr>
          <p:cNvPr id="378477798" name="" descr=""/>
          <p:cNvPicPr/>
          <p:nvPr/>
        </p:nvPicPr>
        <p:blipFill rotWithShape="1">
          <a:blip r:embed="rId4"/>
          <a:srcRect l="1248" t="0" r="2123" b="0"/>
          <a:stretch/>
        </p:blipFill>
        <p:spPr bwMode="auto">
          <a:xfrm>
            <a:off x="1080" y="3819600"/>
            <a:ext cx="4087440" cy="2424960"/>
          </a:xfrm>
          <a:prstGeom prst="rect">
            <a:avLst/>
          </a:prstGeom>
          <a:ln w="0">
            <a:noFill/>
          </a:ln>
        </p:spPr>
      </p:pic>
      <p:pic>
        <p:nvPicPr>
          <p:cNvPr id="965458162" name="" descr=""/>
          <p:cNvPicPr/>
          <p:nvPr/>
        </p:nvPicPr>
        <p:blipFill rotWithShape="1">
          <a:blip r:embed="rId5"/>
          <a:srcRect l="1960" t="0" r="2593" b="0"/>
          <a:stretch/>
        </p:blipFill>
        <p:spPr bwMode="auto">
          <a:xfrm>
            <a:off x="4088880" y="1418040"/>
            <a:ext cx="3998160" cy="2401200"/>
          </a:xfrm>
          <a:prstGeom prst="rect">
            <a:avLst/>
          </a:prstGeom>
          <a:ln w="0">
            <a:noFill/>
          </a:ln>
        </p:spPr>
      </p:pic>
      <p:pic>
        <p:nvPicPr>
          <p:cNvPr id="1464865624" name="" descr=""/>
          <p:cNvPicPr/>
          <p:nvPr/>
        </p:nvPicPr>
        <p:blipFill rotWithShape="1">
          <a:blip r:embed="rId6"/>
          <a:srcRect l="1893" t="0" r="2852" b="0"/>
          <a:stretch/>
        </p:blipFill>
        <p:spPr bwMode="auto">
          <a:xfrm>
            <a:off x="8087400" y="1359360"/>
            <a:ext cx="3968280" cy="2388240"/>
          </a:xfrm>
          <a:prstGeom prst="rect">
            <a:avLst/>
          </a:prstGeom>
          <a:ln w="0">
            <a:noFill/>
          </a:ln>
        </p:spPr>
      </p:pic>
      <p:pic>
        <p:nvPicPr>
          <p:cNvPr id="1726445578" name="" descr=""/>
          <p:cNvPicPr/>
          <p:nvPr/>
        </p:nvPicPr>
        <p:blipFill rotWithShape="1">
          <a:blip r:embed="rId7"/>
          <a:srcRect l="1875" t="0" r="2185" b="0"/>
          <a:stretch/>
        </p:blipFill>
        <p:spPr bwMode="auto">
          <a:xfrm>
            <a:off x="8087400" y="3939120"/>
            <a:ext cx="4028040" cy="2406600"/>
          </a:xfrm>
          <a:prstGeom prst="rect">
            <a:avLst/>
          </a:prstGeom>
          <a:ln w="0">
            <a:noFill/>
          </a:ln>
        </p:spPr>
      </p:pic>
      <p:pic>
        <p:nvPicPr>
          <p:cNvPr id="1095747678" name="" descr=""/>
          <p:cNvPicPr/>
          <p:nvPr/>
        </p:nvPicPr>
        <p:blipFill rotWithShape="1">
          <a:blip r:embed="rId8"/>
          <a:srcRect l="1509" t="0" r="2561" b="0"/>
          <a:stretch/>
        </p:blipFill>
        <p:spPr bwMode="auto">
          <a:xfrm>
            <a:off x="4029120" y="3819600"/>
            <a:ext cx="4057560" cy="2424960"/>
          </a:xfrm>
          <a:prstGeom prst="rect">
            <a:avLst/>
          </a:prstGeom>
          <a:ln w="0">
            <a:noFill/>
          </a:ln>
        </p:spPr>
      </p:pic>
      <p:sp>
        <p:nvSpPr>
          <p:cNvPr id="1125959586" name=""/>
          <p:cNvSpPr/>
          <p:nvPr/>
        </p:nvSpPr>
        <p:spPr bwMode="auto">
          <a:xfrm rot="18964799">
            <a:off x="7884000" y="1515240"/>
            <a:ext cx="813240" cy="25776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57520066" name=""/>
          <p:cNvSpPr/>
          <p:nvPr/>
        </p:nvSpPr>
        <p:spPr bwMode="auto">
          <a:xfrm rot="2523000">
            <a:off x="10356480" y="2931480"/>
            <a:ext cx="813240" cy="25776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14238735" name=""/>
          <p:cNvSpPr/>
          <p:nvPr/>
        </p:nvSpPr>
        <p:spPr bwMode="auto">
          <a:xfrm rot="3889800">
            <a:off x="10646280" y="6005880"/>
            <a:ext cx="813240" cy="25776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91107331" name=""/>
          <p:cNvSpPr/>
          <p:nvPr/>
        </p:nvSpPr>
        <p:spPr bwMode="auto">
          <a:xfrm rot="7343400">
            <a:off x="3826440" y="6319440"/>
            <a:ext cx="813240" cy="25776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8598103" name=""/>
          <p:cNvSpPr/>
          <p:nvPr/>
        </p:nvSpPr>
        <p:spPr bwMode="auto">
          <a:xfrm rot="2144400">
            <a:off x="1722600" y="6177600"/>
            <a:ext cx="813240" cy="25776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29867684" name=""/>
          <p:cNvSpPr/>
          <p:nvPr/>
        </p:nvSpPr>
        <p:spPr bwMode="auto">
          <a:xfrm rot="14288998">
            <a:off x="-31680" y="2304000"/>
            <a:ext cx="813240" cy="25776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0084646" name="PlaceHolder 1"/>
          <p:cNvSpPr>
            <a:spLocks noGrp="1"/>
          </p:cNvSpPr>
          <p:nvPr>
            <p:ph type="title"/>
          </p:nvPr>
        </p:nvSpPr>
        <p:spPr bwMode="auto">
          <a:xfrm>
            <a:off x="206280" y="365040"/>
            <a:ext cx="11623320" cy="9871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  <a:defRPr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  <a:ea typeface="Arial"/>
              </a:rPr>
              <a:t>Result of baseline methods - beta 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06060296" name="" descr=""/>
          <p:cNvPicPr/>
          <p:nvPr/>
        </p:nvPicPr>
        <p:blipFill rotWithShape="1">
          <a:blip r:embed="rId3"/>
          <a:stretch/>
        </p:blipFill>
        <p:spPr bwMode="auto">
          <a:xfrm>
            <a:off x="1792440" y="1295280"/>
            <a:ext cx="8451360" cy="5569920"/>
          </a:xfrm>
          <a:prstGeom prst="rect">
            <a:avLst/>
          </a:prstGeom>
          <a:ln w="0">
            <a:noFill/>
          </a:ln>
        </p:spPr>
      </p:pic>
      <p:sp>
        <p:nvSpPr>
          <p:cNvPr id="1714912638" name=""/>
          <p:cNvSpPr/>
          <p:nvPr/>
        </p:nvSpPr>
        <p:spPr bwMode="auto">
          <a:xfrm>
            <a:off x="3369600" y="1702800"/>
            <a:ext cx="1552320" cy="304200"/>
          </a:xfrm>
          <a:prstGeom prst="rect">
            <a:avLst/>
          </a:prstGeom>
          <a:solidFill>
            <a:schemeClr val="bg1"/>
          </a:solidFill>
          <a:ln w="12700">
            <a:solidFill>
              <a:srgbClr val="0000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vertOverflow="overflow" horzOverflow="overflow" numCol="1" spcCol="0" anchor="t">
            <a:spAutoFit/>
          </a:bodyPr>
          <a:p>
            <a:pPr>
              <a:lnSpc>
                <a:spcPct val="100000"/>
              </a:lnSpc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(Random mask)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1241212977" name=""/>
          <p:cNvSpPr/>
          <p:nvPr/>
        </p:nvSpPr>
        <p:spPr bwMode="auto">
          <a:xfrm>
            <a:off x="3378960" y="1960200"/>
            <a:ext cx="2089800" cy="304200"/>
          </a:xfrm>
          <a:prstGeom prst="rect">
            <a:avLst/>
          </a:prstGeom>
          <a:solidFill>
            <a:schemeClr val="bg1"/>
          </a:solidFill>
          <a:ln w="12700">
            <a:solidFill>
              <a:srgbClr val="0000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vertOverflow="overflow" horzOverflow="overflow" numCol="1" spcCol="0" anchor="t">
            <a:spAutoFit/>
          </a:bodyPr>
          <a:p>
            <a:pPr>
              <a:lnSpc>
                <a:spcPct val="100000"/>
              </a:lnSpc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(Gaussian ball mask)</a:t>
            </a:r>
            <a:endParaRPr lang="en-US" sz="14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61790376" name="" descr=""/>
          <p:cNvPicPr/>
          <p:nvPr/>
        </p:nvPicPr>
        <p:blipFill rotWithShape="1">
          <a:blip r:embed="rId3"/>
          <a:stretch/>
        </p:blipFill>
        <p:spPr bwMode="auto">
          <a:xfrm>
            <a:off x="1335960" y="777240"/>
            <a:ext cx="9656640" cy="6090840"/>
          </a:xfrm>
          <a:prstGeom prst="rect">
            <a:avLst/>
          </a:prstGeom>
          <a:ln w="0">
            <a:noFill/>
          </a:ln>
        </p:spPr>
      </p:pic>
      <p:sp>
        <p:nvSpPr>
          <p:cNvPr id="69075735" name="PlaceHolder 1"/>
          <p:cNvSpPr>
            <a:spLocks noGrp="1"/>
          </p:cNvSpPr>
          <p:nvPr>
            <p:ph type="title"/>
          </p:nvPr>
        </p:nvSpPr>
        <p:spPr bwMode="auto">
          <a:xfrm>
            <a:off x="77040" y="12600"/>
            <a:ext cx="11963160" cy="9871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rmAutofit fontScale="86000"/>
          </a:bodyPr>
          <a:p>
            <a:pPr>
              <a:lnSpc>
                <a:spcPct val="90000"/>
              </a:lnSpc>
              <a:buNone/>
              <a:defRPr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  <a:ea typeface="Arial"/>
              </a:rPr>
              <a:t>Result of baseline methods- </a:t>
            </a:r>
            <a:r>
              <a:rPr lang="en-US" sz="4400" b="0" strike="noStrike" spc="-1">
                <a:solidFill>
                  <a:srgbClr val="000000"/>
                </a:solidFill>
                <a:latin typeface="Arial"/>
                <a:ea typeface="Arial"/>
              </a:rPr>
              <a:t>beta (relative to beta 0)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3009876" name=""/>
          <p:cNvSpPr/>
          <p:nvPr/>
        </p:nvSpPr>
        <p:spPr bwMode="auto">
          <a:xfrm>
            <a:off x="2797920" y="1226520"/>
            <a:ext cx="1552680" cy="273600"/>
          </a:xfrm>
          <a:prstGeom prst="rect">
            <a:avLst/>
          </a:prstGeom>
          <a:solidFill>
            <a:schemeClr val="bg1"/>
          </a:solidFill>
          <a:ln w="12700">
            <a:solidFill>
              <a:srgbClr val="0000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vertOverflow="overflow" horzOverflow="overflow" numCol="1" spcCol="0" anchor="t">
            <a:spAutoFit/>
          </a:bodyPr>
          <a:p>
            <a:pPr>
              <a:lnSpc>
                <a:spcPct val="100000"/>
              </a:lnSpc>
              <a:buNone/>
              <a:defRPr/>
            </a:pPr>
            <a:r>
              <a:rPr lang="en-US" sz="1200" b="0" strike="noStrike" spc="-1">
                <a:solidFill>
                  <a:srgbClr val="000000"/>
                </a:solidFill>
                <a:latin typeface="Arial"/>
                <a:ea typeface="Arial"/>
              </a:rPr>
              <a:t>(Random mask)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2022877210" name=""/>
          <p:cNvSpPr/>
          <p:nvPr/>
        </p:nvSpPr>
        <p:spPr bwMode="auto">
          <a:xfrm>
            <a:off x="2807280" y="1436400"/>
            <a:ext cx="2090160" cy="273600"/>
          </a:xfrm>
          <a:prstGeom prst="rect">
            <a:avLst/>
          </a:prstGeom>
          <a:solidFill>
            <a:schemeClr val="bg1"/>
          </a:solidFill>
          <a:ln w="12700">
            <a:solidFill>
              <a:srgbClr val="0000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vertOverflow="overflow" horzOverflow="overflow" numCol="1" spcCol="0" anchor="t">
            <a:spAutoFit/>
          </a:bodyPr>
          <a:p>
            <a:pPr>
              <a:lnSpc>
                <a:spcPct val="100000"/>
              </a:lnSpc>
              <a:buNone/>
              <a:defRPr/>
            </a:pPr>
            <a:r>
              <a:rPr lang="en-US" sz="1200" b="0" strike="noStrike" spc="-1">
                <a:solidFill>
                  <a:srgbClr val="000000"/>
                </a:solidFill>
                <a:latin typeface="Arial"/>
                <a:ea typeface="Arial"/>
              </a:rPr>
              <a:t>(Gaussian ball mask)</a:t>
            </a:r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57630159" name="" descr=""/>
          <p:cNvPicPr/>
          <p:nvPr/>
        </p:nvPicPr>
        <p:blipFill rotWithShape="1">
          <a:blip r:embed="rId3"/>
          <a:stretch/>
        </p:blipFill>
        <p:spPr bwMode="auto">
          <a:xfrm>
            <a:off x="1225800" y="771480"/>
            <a:ext cx="9739800" cy="6143400"/>
          </a:xfrm>
          <a:prstGeom prst="rect">
            <a:avLst/>
          </a:prstGeom>
          <a:ln w="0">
            <a:noFill/>
          </a:ln>
        </p:spPr>
      </p:pic>
      <p:sp>
        <p:nvSpPr>
          <p:cNvPr id="1237515050" name="PlaceHolder 1"/>
          <p:cNvSpPr>
            <a:spLocks noGrp="1"/>
          </p:cNvSpPr>
          <p:nvPr>
            <p:ph type="title"/>
          </p:nvPr>
        </p:nvSpPr>
        <p:spPr bwMode="auto">
          <a:xfrm>
            <a:off x="77040" y="12600"/>
            <a:ext cx="11963160" cy="9871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rmAutofit fontScale="86000"/>
          </a:bodyPr>
          <a:p>
            <a:pPr>
              <a:lnSpc>
                <a:spcPct val="90000"/>
              </a:lnSpc>
              <a:buNone/>
              <a:defRPr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  <a:ea typeface="Arial"/>
              </a:rPr>
              <a:t>Result of baseline methods- </a:t>
            </a:r>
            <a:r>
              <a:rPr lang="en-US" sz="4400" b="0" strike="noStrike" spc="-1">
                <a:solidFill>
                  <a:srgbClr val="000000"/>
                </a:solidFill>
                <a:latin typeface="Arial"/>
                <a:ea typeface="Arial"/>
              </a:rPr>
              <a:t>beta (relative to beta 0)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700407" name=""/>
          <p:cNvSpPr/>
          <p:nvPr/>
        </p:nvSpPr>
        <p:spPr bwMode="auto">
          <a:xfrm>
            <a:off x="2607480" y="1179000"/>
            <a:ext cx="1552680" cy="273600"/>
          </a:xfrm>
          <a:prstGeom prst="rect">
            <a:avLst/>
          </a:prstGeom>
          <a:solidFill>
            <a:schemeClr val="bg1"/>
          </a:solidFill>
          <a:ln w="12700">
            <a:solidFill>
              <a:srgbClr val="0000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vertOverflow="overflow" horzOverflow="overflow" numCol="1" spcCol="0" anchor="t">
            <a:spAutoFit/>
          </a:bodyPr>
          <a:p>
            <a:pPr>
              <a:lnSpc>
                <a:spcPct val="100000"/>
              </a:lnSpc>
              <a:buNone/>
              <a:defRPr/>
            </a:pPr>
            <a:r>
              <a:rPr lang="en-US" sz="1200" b="0" strike="noStrike" spc="-1">
                <a:solidFill>
                  <a:srgbClr val="000000"/>
                </a:solidFill>
                <a:latin typeface="Arial"/>
                <a:ea typeface="Arial"/>
              </a:rPr>
              <a:t>(Random mask)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1103658542" name=""/>
          <p:cNvSpPr/>
          <p:nvPr/>
        </p:nvSpPr>
        <p:spPr bwMode="auto">
          <a:xfrm>
            <a:off x="2616840" y="1388880"/>
            <a:ext cx="2090160" cy="273600"/>
          </a:xfrm>
          <a:prstGeom prst="rect">
            <a:avLst/>
          </a:prstGeom>
          <a:solidFill>
            <a:schemeClr val="bg1"/>
          </a:solidFill>
          <a:ln w="12700">
            <a:solidFill>
              <a:srgbClr val="0000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vertOverflow="overflow" horzOverflow="overflow" numCol="1" spcCol="0" anchor="t">
            <a:spAutoFit/>
          </a:bodyPr>
          <a:p>
            <a:pPr>
              <a:lnSpc>
                <a:spcPct val="100000"/>
              </a:lnSpc>
              <a:buNone/>
              <a:defRPr/>
            </a:pPr>
            <a:r>
              <a:rPr lang="en-US" sz="1200" b="0" strike="noStrike" spc="-1">
                <a:solidFill>
                  <a:srgbClr val="000000"/>
                </a:solidFill>
                <a:latin typeface="Arial"/>
                <a:ea typeface="Arial"/>
              </a:rPr>
              <a:t>(Gaussian ball mask)</a:t>
            </a:r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176107" name=""/>
          <p:cNvSpPr txBox="1"/>
          <p:nvPr/>
        </p:nvSpPr>
        <p:spPr bwMode="auto">
          <a:xfrm rot="0" flipH="0" flipV="0">
            <a:off x="3829632" y="1858308"/>
            <a:ext cx="4843220" cy="17681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1000"/>
              <a:t>Backup</a:t>
            </a:r>
            <a:endParaRPr sz="1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0984851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1988" y="0"/>
            <a:ext cx="12148022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64503509" name="Google Shape;102;g3ec2f089cdd_0_103" descr=""/>
          <p:cNvPicPr/>
          <p:nvPr/>
        </p:nvPicPr>
        <p:blipFill rotWithShape="1">
          <a:blip r:embed="rId3"/>
          <a:stretch/>
        </p:blipFill>
        <p:spPr bwMode="auto"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0140871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240" cy="8859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algn="ctr">
              <a:lnSpc>
                <a:spcPct val="90000"/>
              </a:lnSpc>
              <a:buNone/>
              <a:defRPr/>
            </a:pPr>
            <a:r>
              <a:rPr lang="en-US" sz="3600" b="0" strike="noStrike" spc="-1">
                <a:solidFill>
                  <a:srgbClr val="000000"/>
                </a:solidFill>
                <a:latin typeface="Arial"/>
                <a:ea typeface="Arial"/>
              </a:rPr>
              <a:t>The </a:t>
            </a:r>
            <a:r>
              <a:rPr lang="en-US" sz="3600" b="0" strike="noStrike" spc="-1">
                <a:solidFill>
                  <a:srgbClr val="000000"/>
                </a:solidFill>
                <a:latin typeface="Arial"/>
                <a:ea typeface="Arial"/>
              </a:rPr>
              <a:t>density-based point sampling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0679608" name="Picture 2022233965" descr=""/>
          <p:cNvPicPr/>
          <p:nvPr/>
        </p:nvPicPr>
        <p:blipFill rotWithShape="1">
          <a:blip r:embed="rId3"/>
          <a:srcRect l="699" t="0" r="1638" b="0"/>
          <a:stretch/>
        </p:blipFill>
        <p:spPr bwMode="auto">
          <a:xfrm>
            <a:off x="8022240" y="1941480"/>
            <a:ext cx="4118400" cy="2089080"/>
          </a:xfrm>
          <a:prstGeom prst="rect">
            <a:avLst/>
          </a:prstGeom>
          <a:ln w="0">
            <a:noFill/>
          </a:ln>
        </p:spPr>
      </p:pic>
      <p:pic>
        <p:nvPicPr>
          <p:cNvPr id="850670994" name="Picture 1943306884" descr=""/>
          <p:cNvPicPr/>
          <p:nvPr/>
        </p:nvPicPr>
        <p:blipFill rotWithShape="1">
          <a:blip r:embed="rId4"/>
          <a:srcRect l="699" t="0" r="1510" b="0"/>
          <a:stretch/>
        </p:blipFill>
        <p:spPr bwMode="auto">
          <a:xfrm>
            <a:off x="3964680" y="1941480"/>
            <a:ext cx="4057200" cy="2055600"/>
          </a:xfrm>
          <a:prstGeom prst="rect">
            <a:avLst/>
          </a:prstGeom>
          <a:ln w="0">
            <a:noFill/>
          </a:ln>
        </p:spPr>
      </p:pic>
      <p:pic>
        <p:nvPicPr>
          <p:cNvPr id="384752179" name="Picture 644181081" descr=""/>
          <p:cNvPicPr/>
          <p:nvPr/>
        </p:nvPicPr>
        <p:blipFill rotWithShape="1">
          <a:blip r:embed="rId5"/>
          <a:srcRect l="0" t="0" r="1584" b="0"/>
          <a:stretch/>
        </p:blipFill>
        <p:spPr bwMode="auto">
          <a:xfrm>
            <a:off x="2160" y="1941480"/>
            <a:ext cx="3962160" cy="2031480"/>
          </a:xfrm>
          <a:prstGeom prst="rect">
            <a:avLst/>
          </a:prstGeom>
          <a:ln w="0">
            <a:noFill/>
          </a:ln>
        </p:spPr>
      </p:pic>
      <p:sp>
        <p:nvSpPr>
          <p:cNvPr id="151091475" name="TextBox 535628861"/>
          <p:cNvSpPr/>
          <p:nvPr/>
        </p:nvSpPr>
        <p:spPr bwMode="auto">
          <a:xfrm>
            <a:off x="834120" y="3973680"/>
            <a:ext cx="2577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vertOverflow="overflow" horzOverflow="overflow" wrap="none" numCol="1" spcCol="0" anchor="t">
            <a:spAutoFit/>
          </a:bodyPr>
          <a:p>
            <a:pPr>
              <a:lnSpc>
                <a:spcPct val="100000"/>
              </a:lnSpc>
              <a:buNone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random distribution</a:t>
            </a:r>
            <a:r>
              <a:rPr lang="el-GR" sz="1800" b="0" strike="noStrike" spc="-1">
                <a:solidFill>
                  <a:srgbClr val="000000"/>
                </a:solidFill>
                <a:latin typeface="Arial"/>
                <a:ea typeface="Arial"/>
              </a:rPr>
              <a:t> β=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0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709509520" name="TextBox 845758424"/>
          <p:cNvSpPr/>
          <p:nvPr/>
        </p:nvSpPr>
        <p:spPr bwMode="auto">
          <a:xfrm>
            <a:off x="3966840" y="3997440"/>
            <a:ext cx="3556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vertOverflow="overflow" horzOverflow="overflow" wrap="none" numCol="1" spcCol="0" anchor="t">
            <a:spAutoFit/>
          </a:bodyPr>
          <a:p>
            <a:pPr>
              <a:lnSpc>
                <a:spcPct val="100000"/>
              </a:lnSpc>
              <a:buNone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Density correction intensity β=0.5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518918549" name="TextBox 1434189054"/>
          <p:cNvSpPr/>
          <p:nvPr/>
        </p:nvSpPr>
        <p:spPr bwMode="auto">
          <a:xfrm>
            <a:off x="8226000" y="3973680"/>
            <a:ext cx="3556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vertOverflow="overflow" horzOverflow="overflow" wrap="none" numCol="1" spcCol="0" anchor="t">
            <a:spAutoFit/>
          </a:bodyPr>
          <a:p>
            <a:pPr>
              <a:lnSpc>
                <a:spcPct val="100000"/>
              </a:lnSpc>
              <a:buNone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Density correction intensity β=1.0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711729072" name=" 123324567"/>
          <p:cNvSpPr/>
          <p:nvPr/>
        </p:nvSpPr>
        <p:spPr bwMode="auto">
          <a:xfrm>
            <a:off x="299520" y="4512960"/>
            <a:ext cx="5268240" cy="91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vertOverflow="overflow" horzOverflow="overflow" numCol="1" spcCol="0" anchor="t">
            <a:spAutoFit/>
          </a:bodyPr>
          <a:p>
            <a:pPr algn="just">
              <a:lnSpc>
                <a:spcPct val="100000"/>
              </a:lnSpc>
              <a:buNone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The algorithm first estimates a </a:t>
            </a:r>
            <a:r>
              <a:rPr lang="en-US" sz="1800" b="1" strike="noStrike" spc="-1">
                <a:solidFill>
                  <a:srgbClr val="000000"/>
                </a:solidFill>
                <a:latin typeface="arial"/>
                <a:ea typeface="arial"/>
              </a:rPr>
              <a:t>log-density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 for each point based on its local k-nearest neighbors (typically k=24):</a:t>
            </a:r>
            <a:endParaRPr lang="en-US" sz="1800" b="0" strike="noStrike" spc="-1">
              <a:latin typeface="Arial"/>
            </a:endParaRPr>
          </a:p>
        </p:txBody>
      </p:sp>
      <p:pic>
        <p:nvPicPr>
          <p:cNvPr id="1081567738" name="Picture 1088552759" descr=""/>
          <p:cNvPicPr/>
          <p:nvPr/>
        </p:nvPicPr>
        <p:blipFill rotWithShape="1">
          <a:blip r:embed="rId6"/>
          <a:stretch/>
        </p:blipFill>
        <p:spPr bwMode="auto">
          <a:xfrm>
            <a:off x="1783440" y="5453280"/>
            <a:ext cx="2401200" cy="541800"/>
          </a:xfrm>
          <a:prstGeom prst="rect">
            <a:avLst/>
          </a:prstGeom>
          <a:ln w="0">
            <a:noFill/>
          </a:ln>
        </p:spPr>
      </p:pic>
      <p:sp>
        <p:nvSpPr>
          <p:cNvPr id="1194524933" name=" 1322979374"/>
          <p:cNvSpPr/>
          <p:nvPr/>
        </p:nvSpPr>
        <p:spPr bwMode="auto">
          <a:xfrm>
            <a:off x="6194160" y="4512960"/>
            <a:ext cx="5521320" cy="91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vertOverflow="overflow" horzOverflow="overflow" numCol="1" spcCol="0" anchor="t">
            <a:spAutoFit/>
          </a:bodyPr>
          <a:p>
            <a:pPr algn="just">
              <a:lnSpc>
                <a:spcPct val="100000"/>
              </a:lnSpc>
              <a:buNone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Once the log-densities are calculated for all points, the sampling weights and final probabilities are derived:</a:t>
            </a:r>
            <a:endParaRPr lang="en-US" sz="1800" b="0" strike="noStrike" spc="-1">
              <a:latin typeface="Arial"/>
            </a:endParaRPr>
          </a:p>
        </p:txBody>
      </p:sp>
      <p:pic>
        <p:nvPicPr>
          <p:cNvPr id="1901750598" name="Picture 930316567" descr=""/>
          <p:cNvPicPr/>
          <p:nvPr/>
        </p:nvPicPr>
        <p:blipFill rotWithShape="1">
          <a:blip r:embed="rId7"/>
          <a:stretch/>
        </p:blipFill>
        <p:spPr bwMode="auto">
          <a:xfrm>
            <a:off x="6709320" y="5453280"/>
            <a:ext cx="1514160" cy="666360"/>
          </a:xfrm>
          <a:prstGeom prst="rect">
            <a:avLst/>
          </a:prstGeom>
          <a:ln w="0">
            <a:noFill/>
          </a:ln>
        </p:spPr>
      </p:pic>
      <p:pic>
        <p:nvPicPr>
          <p:cNvPr id="1625685221" name="Picture 539758488" descr=""/>
          <p:cNvPicPr/>
          <p:nvPr/>
        </p:nvPicPr>
        <p:blipFill rotWithShape="1">
          <a:blip r:embed="rId8"/>
          <a:stretch/>
        </p:blipFill>
        <p:spPr bwMode="auto">
          <a:xfrm>
            <a:off x="9250920" y="5427720"/>
            <a:ext cx="1660680" cy="8560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ONLYOFFICE/9.4.0.129</Application>
  <PresentationFormat>On-screen Show (4:3)</PresentationFormat>
  <Paragraphs>0</Paragraphs>
  <Slides>15</Slides>
  <Notes>15</Notes>
  <HiddenSlides>0</HiddenSlides>
  <MMClips>2</MMClips>
  <ScaleCrop>0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Theme 1</vt:lpstr>
      <vt:lpstr>Theme 2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dc:language>en-US</dc:language>
  <cp:lastModifiedBy/>
  <cp:revision>11</cp:revision>
  <dcterms:modified xsi:type="dcterms:W3CDTF">2026-07-15T10:56:54Z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13</vt:i4>
  </property>
  <property fmtid="{D5CDD505-2E9C-101B-9397-08002B2CF9AE}" pid="4" name="PresentationFormat">
    <vt:lpwstr>On-screen Show (4:3)</vt:lpwstr>
  </property>
  <property fmtid="{D5CDD505-2E9C-101B-9397-08002B2CF9AE}" pid="5" name="Slides">
    <vt:i4>13</vt:i4>
  </property>
</Properties>
</file>